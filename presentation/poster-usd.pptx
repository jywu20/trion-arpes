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1" r:id="rId4"/>
  </p:sldMasterIdLst>
  <p:notesMasterIdLst>
    <p:notesMasterId r:id="rId6"/>
  </p:notesMasterIdLst>
  <p:handoutMasterIdLst>
    <p:handoutMasterId r:id="rId7"/>
  </p:handoutMasterIdLst>
  <p:sldIdLst>
    <p:sldId id="340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60" userDrawn="1">
          <p15:clr>
            <a:srgbClr val="A4A3A4"/>
          </p15:clr>
        </p15:guide>
        <p15:guide id="5" orient="horz" pos="3696" userDrawn="1">
          <p15:clr>
            <a:srgbClr val="A4A3A4"/>
          </p15:clr>
        </p15:guide>
        <p15:guide id="6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54"/>
    <p:restoredTop sz="96327"/>
  </p:normalViewPr>
  <p:slideViewPr>
    <p:cSldViewPr snapToGrid="0" snapToObjects="1">
      <p:cViewPr>
        <p:scale>
          <a:sx n="125" d="100"/>
          <a:sy n="125" d="100"/>
        </p:scale>
        <p:origin x="2043" y="154"/>
      </p:cViewPr>
      <p:guideLst>
        <p:guide pos="360"/>
        <p:guide orient="horz" pos="3696"/>
        <p:guide pos="316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napToObjects="1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7BF996D-81CD-24F2-4208-1434413FDF3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2FC300-5CC2-DA2F-D2AE-6E6388192DB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D98C99-694C-5644-BD12-D569D5F9E70C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C5A97B-4CC9-C2B2-1DD2-947F9701DE3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C51D4D-51DC-1CF5-63ED-EB533205848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7E6B2F-4F99-F84D-9DAC-E51171C21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1744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07ADCB-635E-0D41-B235-4FD67CF7CC7E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049E44-D13C-C54E-8DA3-DB5207EAD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321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1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42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12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83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54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24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95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366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049E44-D13C-C54E-8DA3-DB5207EAD25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383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 left photo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A4012D7-C34B-1398-8A79-B99B084FF86D}"/>
              </a:ext>
            </a:extLst>
          </p:cNvPr>
          <p:cNvSpPr/>
          <p:nvPr/>
        </p:nvSpPr>
        <p:spPr>
          <a:xfrm>
            <a:off x="0" y="0"/>
            <a:ext cx="3032760" cy="69088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93BC4A-607B-9C33-C3E1-76099F265F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49241" y="1311275"/>
            <a:ext cx="4817269" cy="1500187"/>
          </a:xfr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Cover slide presentation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45FE34-DBB4-7144-614C-50F865D985E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49241" y="3448878"/>
            <a:ext cx="4273153" cy="706438"/>
          </a:xfrm>
        </p:spPr>
        <p:txBody>
          <a:bodyPr>
            <a:normAutofit/>
          </a:bodyPr>
          <a:lstStyle>
            <a:lvl1pPr marL="0" indent="0">
              <a:buNone/>
              <a:defRPr sz="1800" b="0" i="1">
                <a:solidFill>
                  <a:schemeClr val="tx1"/>
                </a:solidFill>
                <a:latin typeface="YaleNew" panose="02000602050000020003" pitchFamily="2" charset="77"/>
              </a:defRPr>
            </a:lvl1pPr>
          </a:lstStyle>
          <a:p>
            <a:pPr algn="l"/>
            <a:r>
              <a:rPr lang="en-US" dirty="0"/>
              <a:t>Presentation subtitle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2F890BE-658A-59E0-D180-DAEDCD4DDB4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3033713" cy="6858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86E9CAC-1B7C-D0E4-3757-6ECEC90FECD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523384" y="5659439"/>
            <a:ext cx="2306240" cy="593725"/>
          </a:xfrm>
        </p:spPr>
        <p:txBody>
          <a:bodyPr/>
          <a:lstStyle/>
          <a:p>
            <a:r>
              <a:rPr lang="en-US" dirty="0"/>
              <a:t>Wordmark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789E00-4980-209A-7203-6F19F5F1271C}"/>
              </a:ext>
            </a:extLst>
          </p:cNvPr>
          <p:cNvSpPr/>
          <p:nvPr userDrawn="1"/>
        </p:nvSpPr>
        <p:spPr>
          <a:xfrm>
            <a:off x="0" y="0"/>
            <a:ext cx="3032760" cy="69088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/>
          </a:p>
        </p:txBody>
      </p:sp>
    </p:spTree>
    <p:extLst>
      <p:ext uri="{BB962C8B-B14F-4D97-AF65-F5344CB8AC3E}">
        <p14:creationId xmlns:p14="http://schemas.microsoft.com/office/powerpoint/2010/main" val="2819048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 left photo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BA593C7-BA47-FC44-857F-64A0886F85B2}"/>
              </a:ext>
            </a:extLst>
          </p:cNvPr>
          <p:cNvSpPr/>
          <p:nvPr/>
        </p:nvSpPr>
        <p:spPr>
          <a:xfrm>
            <a:off x="3033372" y="0"/>
            <a:ext cx="6241543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C202747-3258-FD08-6F6E-5C5534E168D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49241" y="1311275"/>
            <a:ext cx="4817269" cy="1500187"/>
          </a:xfr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Cover slide presentation title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05C2B047-130C-DCE5-FCD4-516F929996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49241" y="3448878"/>
            <a:ext cx="4273153" cy="706438"/>
          </a:xfrm>
        </p:spPr>
        <p:txBody>
          <a:bodyPr>
            <a:normAutofit/>
          </a:bodyPr>
          <a:lstStyle>
            <a:lvl1pPr marL="0" indent="0">
              <a:buNone/>
              <a:defRPr sz="1800" b="0" i="1">
                <a:solidFill>
                  <a:schemeClr val="bg1"/>
                </a:solidFill>
                <a:latin typeface="YaleNew" panose="02000602050000020003" pitchFamily="2" charset="77"/>
              </a:defRPr>
            </a:lvl1pPr>
          </a:lstStyle>
          <a:p>
            <a:pPr algn="l"/>
            <a:r>
              <a:rPr lang="en-US" dirty="0"/>
              <a:t>Presentation subtitle</a:t>
            </a:r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DC7D1017-C174-5995-B134-9C0767CFDE6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3033713" cy="6858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5BBB0B30-5630-075B-536D-C785F63CAE2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523384" y="5659439"/>
            <a:ext cx="2306240" cy="593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Wordmark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8C6970-BB13-D285-864B-3C4D8F681956}"/>
              </a:ext>
            </a:extLst>
          </p:cNvPr>
          <p:cNvSpPr/>
          <p:nvPr userDrawn="1"/>
        </p:nvSpPr>
        <p:spPr>
          <a:xfrm>
            <a:off x="3033373" y="0"/>
            <a:ext cx="6241543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 dirty="0"/>
          </a:p>
        </p:txBody>
      </p:sp>
    </p:spTree>
    <p:extLst>
      <p:ext uri="{BB962C8B-B14F-4D97-AF65-F5344CB8AC3E}">
        <p14:creationId xmlns:p14="http://schemas.microsoft.com/office/powerpoint/2010/main" val="410241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 with name and 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328A0A-C662-74EC-D228-434B49036BF5}"/>
              </a:ext>
            </a:extLst>
          </p:cNvPr>
          <p:cNvSpPr/>
          <p:nvPr/>
        </p:nvSpPr>
        <p:spPr>
          <a:xfrm>
            <a:off x="0" y="0"/>
            <a:ext cx="3032760" cy="69088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27BA40FD-F3BD-03E1-4F9A-24F5093BFD2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3033713" cy="6858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8AE731-F2CF-F141-4254-D13FFBB020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49241" y="1311275"/>
            <a:ext cx="4817269" cy="1500187"/>
          </a:xfr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Cover slide presentation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8926FA2-06C0-DF0E-0BE4-60126FAB68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49241" y="3471041"/>
            <a:ext cx="4299347" cy="879475"/>
          </a:xfrm>
        </p:spPr>
        <p:txBody>
          <a:bodyPr>
            <a:normAutofit/>
          </a:bodyPr>
          <a:lstStyle>
            <a:lvl1pPr marL="0" indent="0">
              <a:buNone/>
              <a:defRPr sz="1125" b="0" i="1">
                <a:solidFill>
                  <a:schemeClr val="tx1"/>
                </a:solidFill>
                <a:latin typeface="YaleNew" panose="02000602050000020003" pitchFamily="2" charset="77"/>
              </a:defRPr>
            </a:lvl1pPr>
          </a:lstStyle>
          <a:p>
            <a:pPr lvl="0"/>
            <a:r>
              <a:rPr lang="en-US" dirty="0"/>
              <a:t>Position title or role, Presenting Organization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D92629E-BF76-30D0-FEAC-BDCA393C87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9241" y="3162300"/>
            <a:ext cx="4165997" cy="266700"/>
          </a:xfrm>
        </p:spPr>
        <p:txBody>
          <a:bodyPr>
            <a:normAutofit/>
          </a:bodyPr>
          <a:lstStyle>
            <a:lvl1pPr marL="0" indent="0">
              <a:buNone/>
              <a:defRPr sz="900" b="0" i="0" spc="225">
                <a:latin typeface="YaleNew" panose="02000602050000020003" pitchFamily="2" charset="77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ALL CAPS • PRESENTER NAME HERE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7EBB38DD-BEEE-0800-08EF-1371600DA7C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523384" y="5659439"/>
            <a:ext cx="2306240" cy="593725"/>
          </a:xfrm>
        </p:spPr>
        <p:txBody>
          <a:bodyPr/>
          <a:lstStyle/>
          <a:p>
            <a:r>
              <a:rPr lang="en-US" dirty="0"/>
              <a:t>Wordmark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97B1F1-667C-03F9-A83B-06E5AF61963A}"/>
              </a:ext>
            </a:extLst>
          </p:cNvPr>
          <p:cNvSpPr/>
          <p:nvPr userDrawn="1"/>
        </p:nvSpPr>
        <p:spPr>
          <a:xfrm>
            <a:off x="0" y="0"/>
            <a:ext cx="3032760" cy="69088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/>
          </a:p>
        </p:txBody>
      </p:sp>
    </p:spTree>
    <p:extLst>
      <p:ext uri="{BB962C8B-B14F-4D97-AF65-F5344CB8AC3E}">
        <p14:creationId xmlns:p14="http://schemas.microsoft.com/office/powerpoint/2010/main" val="3174886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 with name and titl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328A0A-C662-74EC-D228-434B49036BF5}"/>
              </a:ext>
            </a:extLst>
          </p:cNvPr>
          <p:cNvSpPr/>
          <p:nvPr/>
        </p:nvSpPr>
        <p:spPr>
          <a:xfrm>
            <a:off x="3033712" y="0"/>
            <a:ext cx="6110288" cy="69088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27BA40FD-F3BD-03E1-4F9A-24F5093BFD2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3033713" cy="6858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8AE731-F2CF-F141-4254-D13FFBB020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49241" y="1311275"/>
            <a:ext cx="4817269" cy="1500187"/>
          </a:xfr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Cover slide presentation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8926FA2-06C0-DF0E-0BE4-60126FAB68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49241" y="3471041"/>
            <a:ext cx="4299347" cy="879475"/>
          </a:xfrm>
        </p:spPr>
        <p:txBody>
          <a:bodyPr>
            <a:normAutofit/>
          </a:bodyPr>
          <a:lstStyle>
            <a:lvl1pPr marL="0" indent="0">
              <a:buNone/>
              <a:defRPr sz="1125" b="0" i="1">
                <a:solidFill>
                  <a:schemeClr val="bg1"/>
                </a:solidFill>
                <a:latin typeface="YaleNew" panose="02000602050000020003" pitchFamily="2" charset="77"/>
              </a:defRPr>
            </a:lvl1pPr>
          </a:lstStyle>
          <a:p>
            <a:pPr lvl="0"/>
            <a:r>
              <a:rPr lang="en-US" dirty="0"/>
              <a:t>Position title or role, Presenting Organization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D92629E-BF76-30D0-FEAC-BDCA393C87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9241" y="3162300"/>
            <a:ext cx="4165997" cy="266700"/>
          </a:xfrm>
        </p:spPr>
        <p:txBody>
          <a:bodyPr>
            <a:normAutofit/>
          </a:bodyPr>
          <a:lstStyle>
            <a:lvl1pPr marL="0" indent="0">
              <a:buNone/>
              <a:defRPr sz="900" b="0" i="0" spc="225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ALL CAPS • PRESENTER NAME HERE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CA4EAA61-1FFD-8A28-7DC9-38D365F35FE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523384" y="5659439"/>
            <a:ext cx="2306240" cy="593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Wordmark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28E065-1A5F-0D7F-0F7D-BC5BAC63BCC9}"/>
              </a:ext>
            </a:extLst>
          </p:cNvPr>
          <p:cNvSpPr/>
          <p:nvPr userDrawn="1"/>
        </p:nvSpPr>
        <p:spPr>
          <a:xfrm>
            <a:off x="3033712" y="0"/>
            <a:ext cx="6110288" cy="69088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/>
          </a:p>
        </p:txBody>
      </p:sp>
    </p:spTree>
    <p:extLst>
      <p:ext uri="{BB962C8B-B14F-4D97-AF65-F5344CB8AC3E}">
        <p14:creationId xmlns:p14="http://schemas.microsoft.com/office/powerpoint/2010/main" val="101303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title cover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11CD429-F4CB-F003-36B2-E9B184B82220}"/>
              </a:ext>
            </a:extLst>
          </p:cNvPr>
          <p:cNvSpPr/>
          <p:nvPr/>
        </p:nvSpPr>
        <p:spPr>
          <a:xfrm>
            <a:off x="0" y="0"/>
            <a:ext cx="3032760" cy="69088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A55F96EC-D597-7562-3262-77679926DF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3033713" cy="6858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7E9B22-AD31-D302-D772-54D1A8A36F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50431" y="798513"/>
            <a:ext cx="5039916" cy="2095500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Cover slide presentation with a very very long technical presentation title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00F99ADC-4D70-B1D8-5F00-F94A620E0C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0431" y="3770537"/>
            <a:ext cx="4165997" cy="242455"/>
          </a:xfrm>
        </p:spPr>
        <p:txBody>
          <a:bodyPr>
            <a:normAutofit/>
          </a:bodyPr>
          <a:lstStyle>
            <a:lvl1pPr marL="0" indent="0">
              <a:buNone/>
              <a:defRPr sz="900" b="0" i="0" spc="225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ALL CAPS • PRESENTER NAME HERE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601721B-BCB8-3974-44B8-CA35E119B6B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50431" y="4089992"/>
            <a:ext cx="4299347" cy="799523"/>
          </a:xfrm>
        </p:spPr>
        <p:txBody>
          <a:bodyPr>
            <a:normAutofit/>
          </a:bodyPr>
          <a:lstStyle>
            <a:lvl1pPr marL="0" indent="0">
              <a:spcBef>
                <a:spcPts val="300"/>
              </a:spcBef>
              <a:buNone/>
              <a:defRPr sz="1125" b="0" i="1">
                <a:solidFill>
                  <a:schemeClr val="tx1"/>
                </a:solidFill>
                <a:latin typeface="YaleNew" panose="02000602050000020003" pitchFamily="2" charset="77"/>
              </a:defRPr>
            </a:lvl1pPr>
          </a:lstStyle>
          <a:p>
            <a:pPr lvl="0"/>
            <a:r>
              <a:rPr lang="en-US" dirty="0"/>
              <a:t>Title of initiative, program, or event • Date</a:t>
            </a:r>
          </a:p>
          <a:p>
            <a:pPr lvl="0"/>
            <a:r>
              <a:rPr lang="en-US" dirty="0"/>
              <a:t>Name of Organization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859BF377-5E44-BE06-8775-337EAEF61CE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523384" y="5659439"/>
            <a:ext cx="2306240" cy="593725"/>
          </a:xfrm>
        </p:spPr>
        <p:txBody>
          <a:bodyPr/>
          <a:lstStyle/>
          <a:p>
            <a:r>
              <a:rPr lang="en-US" dirty="0"/>
              <a:t>Wordmark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B57112-E340-86E3-3421-AC7714FD5090}"/>
              </a:ext>
            </a:extLst>
          </p:cNvPr>
          <p:cNvSpPr/>
          <p:nvPr userDrawn="1"/>
        </p:nvSpPr>
        <p:spPr>
          <a:xfrm>
            <a:off x="0" y="0"/>
            <a:ext cx="3032760" cy="69088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/>
          </a:p>
        </p:txBody>
      </p:sp>
    </p:spTree>
    <p:extLst>
      <p:ext uri="{BB962C8B-B14F-4D97-AF65-F5344CB8AC3E}">
        <p14:creationId xmlns:p14="http://schemas.microsoft.com/office/powerpoint/2010/main" val="3531720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title cover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2724A1A-CCB3-3518-BE27-F5984904B7DC}"/>
              </a:ext>
            </a:extLst>
          </p:cNvPr>
          <p:cNvSpPr/>
          <p:nvPr/>
        </p:nvSpPr>
        <p:spPr>
          <a:xfrm>
            <a:off x="3033712" y="0"/>
            <a:ext cx="6110288" cy="69088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A55F96EC-D597-7562-3262-77679926DF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3033713" cy="6858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7E9B22-AD31-D302-D772-54D1A8A36F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50431" y="798513"/>
            <a:ext cx="5039916" cy="2095500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Cover slide presentation with a very very long technical presentation title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00F99ADC-4D70-B1D8-5F00-F94A620E0C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0431" y="3770537"/>
            <a:ext cx="4165997" cy="242455"/>
          </a:xfrm>
        </p:spPr>
        <p:txBody>
          <a:bodyPr>
            <a:normAutofit/>
          </a:bodyPr>
          <a:lstStyle>
            <a:lvl1pPr marL="0" indent="0">
              <a:buNone/>
              <a:defRPr sz="900" b="0" i="0" spc="225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ALL CAPS • PRESENTER NAME HERE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601721B-BCB8-3974-44B8-CA35E119B6B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50431" y="4089992"/>
            <a:ext cx="4299347" cy="799523"/>
          </a:xfrm>
        </p:spPr>
        <p:txBody>
          <a:bodyPr>
            <a:normAutofit/>
          </a:bodyPr>
          <a:lstStyle>
            <a:lvl1pPr marL="0" indent="0">
              <a:spcBef>
                <a:spcPts val="300"/>
              </a:spcBef>
              <a:buNone/>
              <a:defRPr sz="1125" b="0" i="1">
                <a:solidFill>
                  <a:schemeClr val="bg1"/>
                </a:solidFill>
                <a:latin typeface="YaleNew" panose="02000602050000020003" pitchFamily="2" charset="77"/>
              </a:defRPr>
            </a:lvl1pPr>
          </a:lstStyle>
          <a:p>
            <a:pPr lvl="0"/>
            <a:r>
              <a:rPr lang="en-US" dirty="0"/>
              <a:t>Title of initiative, program, or event • Date</a:t>
            </a:r>
          </a:p>
          <a:p>
            <a:pPr lvl="0"/>
            <a:r>
              <a:rPr lang="en-US" dirty="0"/>
              <a:t>Name of Organization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CC580FFC-C5B2-0684-3CBB-DC4EEDE81BA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523384" y="5659439"/>
            <a:ext cx="2306240" cy="593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Wordmark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CAFDAA-57CF-AE18-9D77-FD3F103A7E68}"/>
              </a:ext>
            </a:extLst>
          </p:cNvPr>
          <p:cNvSpPr/>
          <p:nvPr userDrawn="1"/>
        </p:nvSpPr>
        <p:spPr>
          <a:xfrm>
            <a:off x="3033712" y="0"/>
            <a:ext cx="6110288" cy="69088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/>
          </a:p>
        </p:txBody>
      </p:sp>
    </p:spTree>
    <p:extLst>
      <p:ext uri="{BB962C8B-B14F-4D97-AF65-F5344CB8AC3E}">
        <p14:creationId xmlns:p14="http://schemas.microsoft.com/office/powerpoint/2010/main" val="1914713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899A24-6ACD-B248-AC77-11A666B28F00}"/>
              </a:ext>
            </a:extLst>
          </p:cNvPr>
          <p:cNvSpPr/>
          <p:nvPr/>
        </p:nvSpPr>
        <p:spPr>
          <a:xfrm>
            <a:off x="1" y="0"/>
            <a:ext cx="914400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72E48-7EA6-BB05-C9C4-5A1F78059A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46755" y="5223672"/>
            <a:ext cx="3196475" cy="580915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chemeClr val="bg1"/>
                </a:solidFill>
                <a:latin typeface="YaleNew" panose="02000602050000020003" pitchFamily="2" charset="77"/>
              </a:defRPr>
            </a:lvl1pPr>
          </a:lstStyle>
          <a:p>
            <a:pPr lvl="0"/>
            <a:r>
              <a:rPr lang="en-US" dirty="0">
                <a:latin typeface="YaleNew" panose="02000602050000020003" pitchFamily="2" charset="77"/>
              </a:rPr>
              <a:t>Years in service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7401732-1E15-607D-80DF-3CF638B48F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46755" y="1031789"/>
            <a:ext cx="5666849" cy="3741008"/>
          </a:xfrm>
        </p:spPr>
        <p:txBody>
          <a:bodyPr>
            <a:noAutofit/>
          </a:bodyPr>
          <a:lstStyle>
            <a:lvl1pPr marL="0" indent="0">
              <a:buNone/>
              <a:defRPr sz="225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42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4232EA-4982-DBD7-2E25-2258FAB6F90A}"/>
              </a:ext>
            </a:extLst>
          </p:cNvPr>
          <p:cNvSpPr/>
          <p:nvPr userDrawn="1"/>
        </p:nvSpPr>
        <p:spPr>
          <a:xfrm>
            <a:off x="1" y="0"/>
            <a:ext cx="914400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 dirty="0"/>
          </a:p>
        </p:txBody>
      </p:sp>
    </p:spTree>
    <p:extLst>
      <p:ext uri="{BB962C8B-B14F-4D97-AF65-F5344CB8AC3E}">
        <p14:creationId xmlns:p14="http://schemas.microsoft.com/office/powerpoint/2010/main" val="2401408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 wo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899A24-6ACD-B248-AC77-11A666B28F00}"/>
              </a:ext>
            </a:extLst>
          </p:cNvPr>
          <p:cNvSpPr/>
          <p:nvPr/>
        </p:nvSpPr>
        <p:spPr>
          <a:xfrm>
            <a:off x="1" y="0"/>
            <a:ext cx="914400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F9B7685-F0D7-A4A4-7FEE-87EC0F8B00A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3000" y="2261588"/>
            <a:ext cx="6858000" cy="2050920"/>
          </a:xfrm>
        </p:spPr>
        <p:txBody>
          <a:bodyPr>
            <a:normAutofit/>
          </a:bodyPr>
          <a:lstStyle>
            <a:lvl1pPr marL="0" indent="0" algn="ctr">
              <a:buNone/>
              <a:defRPr sz="105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Creativity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7BBC5E-4D40-7E63-5ABD-78B811314AF8}"/>
              </a:ext>
            </a:extLst>
          </p:cNvPr>
          <p:cNvSpPr/>
          <p:nvPr userDrawn="1"/>
        </p:nvSpPr>
        <p:spPr>
          <a:xfrm>
            <a:off x="1" y="0"/>
            <a:ext cx="914400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 dirty="0"/>
          </a:p>
        </p:txBody>
      </p:sp>
    </p:spTree>
    <p:extLst>
      <p:ext uri="{BB962C8B-B14F-4D97-AF65-F5344CB8AC3E}">
        <p14:creationId xmlns:p14="http://schemas.microsoft.com/office/powerpoint/2010/main" val="2434884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899A24-6ACD-B248-AC77-11A666B28F00}"/>
              </a:ext>
            </a:extLst>
          </p:cNvPr>
          <p:cNvSpPr/>
          <p:nvPr/>
        </p:nvSpPr>
        <p:spPr>
          <a:xfrm>
            <a:off x="-1" y="0"/>
            <a:ext cx="9144001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72E48-7EA6-BB05-C9C4-5A1F78059A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74232" y="2848085"/>
            <a:ext cx="3278981" cy="2081213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7401732-1E15-607D-80DF-3CF638B48F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78297" y="1510969"/>
            <a:ext cx="2628366" cy="94845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Agenda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D660D2-24C8-D764-4CC6-CA9616CDDD9F}"/>
              </a:ext>
            </a:extLst>
          </p:cNvPr>
          <p:cNvSpPr/>
          <p:nvPr userDrawn="1"/>
        </p:nvSpPr>
        <p:spPr>
          <a:xfrm>
            <a:off x="-1" y="0"/>
            <a:ext cx="9144001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 dirty="0"/>
          </a:p>
        </p:txBody>
      </p:sp>
    </p:spTree>
    <p:extLst>
      <p:ext uri="{BB962C8B-B14F-4D97-AF65-F5344CB8AC3E}">
        <p14:creationId xmlns:p14="http://schemas.microsoft.com/office/powerpoint/2010/main" val="2031429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2F1AAC9-4F60-02BD-E5F4-1F8F7A47F0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74232" y="2848085"/>
            <a:ext cx="3278981" cy="2081213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6922E5-6D0E-6630-2922-4DC2DD4DB60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78297" y="1510969"/>
            <a:ext cx="2628366" cy="94845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tx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168933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D8E10B3-AFE6-E347-AEEE-4B4703F602C0}"/>
              </a:ext>
            </a:extLst>
          </p:cNvPr>
          <p:cNvSpPr/>
          <p:nvPr/>
        </p:nvSpPr>
        <p:spPr>
          <a:xfrm>
            <a:off x="-54142" y="0"/>
            <a:ext cx="9329057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9AC403C-F0A0-F03D-EBDC-35B8BB74D4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78297" y="1605562"/>
            <a:ext cx="4654234" cy="94845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2565F177-92CA-432B-9472-0C21EB878F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84693" y="3185056"/>
            <a:ext cx="4165997" cy="266700"/>
          </a:xfrm>
        </p:spPr>
        <p:txBody>
          <a:bodyPr>
            <a:noAutofit/>
          </a:bodyPr>
          <a:lstStyle>
            <a:lvl1pPr marL="0" indent="0">
              <a:buNone/>
              <a:defRPr sz="135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17145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3CE262-4D1D-D4A2-C419-7AC3493A2E2E}"/>
              </a:ext>
            </a:extLst>
          </p:cNvPr>
          <p:cNvSpPr/>
          <p:nvPr userDrawn="1"/>
        </p:nvSpPr>
        <p:spPr>
          <a:xfrm>
            <a:off x="-54141" y="0"/>
            <a:ext cx="9329057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 dirty="0"/>
          </a:p>
        </p:txBody>
      </p:sp>
    </p:spTree>
    <p:extLst>
      <p:ext uri="{BB962C8B-B14F-4D97-AF65-F5344CB8AC3E}">
        <p14:creationId xmlns:p14="http://schemas.microsoft.com/office/powerpoint/2010/main" val="3622842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49C516D-A9DC-5D45-9B68-81750F393EBE}"/>
              </a:ext>
            </a:extLst>
          </p:cNvPr>
          <p:cNvSpPr/>
          <p:nvPr/>
        </p:nvSpPr>
        <p:spPr>
          <a:xfrm>
            <a:off x="-54142" y="0"/>
            <a:ext cx="9329057" cy="6858000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58114D9-B3B6-2E94-AE63-D6764795D7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78297" y="1605562"/>
            <a:ext cx="4654234" cy="94845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C1D95BE9-B16F-CB2D-0092-DEFACC73D2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84693" y="3185056"/>
            <a:ext cx="4165997" cy="266700"/>
          </a:xfrm>
        </p:spPr>
        <p:txBody>
          <a:bodyPr>
            <a:noAutofit/>
          </a:bodyPr>
          <a:lstStyle>
            <a:lvl1pPr marL="0" indent="0">
              <a:buNone/>
              <a:defRPr sz="135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17145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D36D63-0D4B-7651-9DDC-DA0B3BC2F4EC}"/>
              </a:ext>
            </a:extLst>
          </p:cNvPr>
          <p:cNvSpPr/>
          <p:nvPr userDrawn="1"/>
        </p:nvSpPr>
        <p:spPr>
          <a:xfrm>
            <a:off x="-54141" y="0"/>
            <a:ext cx="9329057" cy="6858000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 dirty="0"/>
          </a:p>
        </p:txBody>
      </p:sp>
    </p:spTree>
    <p:extLst>
      <p:ext uri="{BB962C8B-B14F-4D97-AF65-F5344CB8AC3E}">
        <p14:creationId xmlns:p14="http://schemas.microsoft.com/office/powerpoint/2010/main" val="31338178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with tex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B969DC-FE00-0D81-861C-0F8D679954F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8" y="1597736"/>
            <a:ext cx="2275928" cy="137669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tx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AA289E2F-7B17-CDF7-9C5B-CF24051E6E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489" y="3185056"/>
            <a:ext cx="2273207" cy="266700"/>
          </a:xfrm>
        </p:spPr>
        <p:txBody>
          <a:bodyPr>
            <a:noAutofit/>
          </a:bodyPr>
          <a:lstStyle>
            <a:lvl1pPr marL="0" indent="0">
              <a:buNone/>
              <a:defRPr sz="1350" b="0" i="1" spc="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17145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9192BDC-4E51-A739-11CF-739234B25C1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08735" y="728663"/>
            <a:ext cx="5509022" cy="5454650"/>
          </a:xfrm>
        </p:spPr>
        <p:txBody>
          <a:bodyPr>
            <a:normAutofit/>
          </a:bodyPr>
          <a:lstStyle>
            <a:lvl1pPr marL="0" indent="0">
              <a:lnSpc>
                <a:spcPts val="2745"/>
              </a:lnSpc>
              <a:buNone/>
              <a:defRPr sz="2400">
                <a:latin typeface="+mn-lt"/>
              </a:defRPr>
            </a:lvl1pPr>
          </a:lstStyle>
          <a:p>
            <a:pPr marL="0" indent="0">
              <a:lnSpc>
                <a:spcPts val="3660"/>
              </a:lnSpc>
              <a:buNone/>
            </a:pPr>
            <a:r>
              <a:rPr lang="en-US" baseline="0" dirty="0">
                <a:solidFill>
                  <a:schemeClr val="tx1"/>
                </a:solidFill>
              </a:rPr>
              <a:t>Lorem ipsum dolor sit </a:t>
            </a:r>
            <a:r>
              <a:rPr lang="en-US" baseline="0" dirty="0" err="1">
                <a:solidFill>
                  <a:schemeClr val="tx1"/>
                </a:solidFill>
              </a:rPr>
              <a:t>amet</a:t>
            </a:r>
            <a:r>
              <a:rPr lang="en-US" baseline="0" dirty="0">
                <a:solidFill>
                  <a:schemeClr val="tx1"/>
                </a:solidFill>
              </a:rPr>
              <a:t>, </a:t>
            </a:r>
            <a:r>
              <a:rPr lang="en-US" baseline="0" dirty="0" err="1">
                <a:solidFill>
                  <a:schemeClr val="tx1"/>
                </a:solidFill>
              </a:rPr>
              <a:t>consectetur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adipiscing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elit</a:t>
            </a:r>
            <a:r>
              <a:rPr lang="en-US" baseline="0" dirty="0">
                <a:solidFill>
                  <a:schemeClr val="tx1"/>
                </a:solidFill>
              </a:rPr>
              <a:t>. Cras </a:t>
            </a:r>
            <a:r>
              <a:rPr lang="en-US" baseline="0" dirty="0" err="1">
                <a:solidFill>
                  <a:schemeClr val="tx1"/>
                </a:solidFill>
              </a:rPr>
              <a:t>eu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urna</a:t>
            </a:r>
            <a:r>
              <a:rPr lang="en-US" baseline="0" dirty="0">
                <a:solidFill>
                  <a:schemeClr val="tx1"/>
                </a:solidFill>
              </a:rPr>
              <a:t> semper </a:t>
            </a:r>
            <a:r>
              <a:rPr lang="en-US" baseline="0" dirty="0" err="1">
                <a:solidFill>
                  <a:schemeClr val="tx1"/>
                </a:solidFill>
              </a:rPr>
              <a:t>mauris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viverra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sollicitudin</a:t>
            </a:r>
            <a:r>
              <a:rPr lang="en-US" baseline="0" dirty="0">
                <a:solidFill>
                  <a:schemeClr val="tx1"/>
                </a:solidFill>
              </a:rPr>
              <a:t>. </a:t>
            </a:r>
          </a:p>
          <a:p>
            <a:pPr marL="0" indent="0">
              <a:lnSpc>
                <a:spcPts val="3660"/>
              </a:lnSpc>
              <a:buNone/>
            </a:pPr>
            <a:r>
              <a:rPr lang="en-US" baseline="0" dirty="0">
                <a:solidFill>
                  <a:schemeClr val="tx1"/>
                </a:solidFill>
              </a:rPr>
              <a:t>Lorem ipsum dolor sit </a:t>
            </a:r>
            <a:r>
              <a:rPr lang="en-US" baseline="0" dirty="0" err="1">
                <a:solidFill>
                  <a:schemeClr val="tx1"/>
                </a:solidFill>
              </a:rPr>
              <a:t>amet</a:t>
            </a:r>
            <a:r>
              <a:rPr lang="en-US" baseline="0" dirty="0">
                <a:solidFill>
                  <a:schemeClr val="tx1"/>
                </a:solidFill>
              </a:rPr>
              <a:t>, </a:t>
            </a:r>
            <a:r>
              <a:rPr lang="en-US" baseline="0" dirty="0" err="1">
                <a:solidFill>
                  <a:schemeClr val="tx1"/>
                </a:solidFill>
              </a:rPr>
              <a:t>consectetur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adipiscing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elit</a:t>
            </a:r>
            <a:r>
              <a:rPr lang="en-US" baseline="0" dirty="0">
                <a:solidFill>
                  <a:schemeClr val="tx1"/>
                </a:solidFill>
              </a:rPr>
              <a:t>, sed do </a:t>
            </a:r>
            <a:r>
              <a:rPr lang="en-US" baseline="0" dirty="0" err="1">
                <a:solidFill>
                  <a:schemeClr val="tx1"/>
                </a:solidFill>
              </a:rPr>
              <a:t>eiusmod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tempor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incididunt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ut</a:t>
            </a:r>
            <a:r>
              <a:rPr lang="en-US" baseline="0" dirty="0">
                <a:solidFill>
                  <a:schemeClr val="tx1"/>
                </a:solidFill>
              </a:rPr>
              <a:t> labore et dolore magna </a:t>
            </a:r>
            <a:r>
              <a:rPr lang="en-US" baseline="0" dirty="0" err="1">
                <a:solidFill>
                  <a:schemeClr val="tx1"/>
                </a:solidFill>
              </a:rPr>
              <a:t>aliqua</a:t>
            </a:r>
            <a:r>
              <a:rPr lang="en-US" baseline="0" dirty="0">
                <a:solidFill>
                  <a:schemeClr val="tx1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2613101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with tex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833FB3-78F2-8EE5-5D7E-386CC5C1C4C3}"/>
              </a:ext>
            </a:extLst>
          </p:cNvPr>
          <p:cNvSpPr/>
          <p:nvPr/>
        </p:nvSpPr>
        <p:spPr>
          <a:xfrm>
            <a:off x="-54142" y="0"/>
            <a:ext cx="9329057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B969DC-FE00-0D81-861C-0F8D679954F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8" y="1597736"/>
            <a:ext cx="2275928" cy="137669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AA289E2F-7B17-CDF7-9C5B-CF24051E6E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489" y="3185056"/>
            <a:ext cx="2273207" cy="266700"/>
          </a:xfrm>
        </p:spPr>
        <p:txBody>
          <a:bodyPr>
            <a:noAutofit/>
          </a:bodyPr>
          <a:lstStyle>
            <a:lvl1pPr marL="0" indent="0">
              <a:buNone/>
              <a:defRPr sz="135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17145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A0D16D6-D370-970C-B020-29B70939DD6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09193" y="714620"/>
            <a:ext cx="5477608" cy="55340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Cras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semper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. 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</a:p>
          <a:p>
            <a:pPr lvl="0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C23717-C25F-1980-1DCC-9EC6C0CE88F6}"/>
              </a:ext>
            </a:extLst>
          </p:cNvPr>
          <p:cNvSpPr/>
          <p:nvPr userDrawn="1"/>
        </p:nvSpPr>
        <p:spPr>
          <a:xfrm>
            <a:off x="-54141" y="0"/>
            <a:ext cx="9329057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28605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with pictur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6C80356F-7DFD-D44A-96E1-8BFB5F538910}"/>
              </a:ext>
            </a:extLst>
          </p:cNvPr>
          <p:cNvSpPr txBox="1">
            <a:spLocks/>
          </p:cNvSpPr>
          <p:nvPr/>
        </p:nvSpPr>
        <p:spPr>
          <a:xfrm>
            <a:off x="392199" y="3205993"/>
            <a:ext cx="2254496" cy="317387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200" b="1" i="0" kern="1200" spc="300" baseline="0">
                <a:solidFill>
                  <a:schemeClr val="tx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457200" indent="0" algn="ctr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>
                <a:solidFill>
                  <a:schemeClr val="bg1"/>
                </a:solidFill>
              </a:rPr>
              <a:t>SUBTITLE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7C8055-4C29-C92C-ED62-6007DF39BF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35808" y="0"/>
            <a:ext cx="6108192" cy="6858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3DA251B-99F5-9F4C-411B-A2A9EECF40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8" y="1597736"/>
            <a:ext cx="2275928" cy="1497157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tx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7D2426A9-12C0-BD8C-0F81-78F68F7648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489" y="3185056"/>
            <a:ext cx="2273207" cy="266700"/>
          </a:xfrm>
        </p:spPr>
        <p:txBody>
          <a:bodyPr>
            <a:noAutofit/>
          </a:bodyPr>
          <a:lstStyle>
            <a:lvl1pPr marL="0" indent="0">
              <a:buNone/>
              <a:defRPr sz="1350" b="0" i="1" spc="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17145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C4C83C5-C266-1C28-A943-AB14EB220DCF}"/>
              </a:ext>
            </a:extLst>
          </p:cNvPr>
          <p:cNvSpPr txBox="1">
            <a:spLocks/>
          </p:cNvSpPr>
          <p:nvPr userDrawn="1"/>
        </p:nvSpPr>
        <p:spPr>
          <a:xfrm>
            <a:off x="392199" y="3205994"/>
            <a:ext cx="2254496" cy="317387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200" b="1" i="0" kern="1200" spc="300" baseline="0">
                <a:solidFill>
                  <a:schemeClr val="tx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457200" indent="0" algn="ctr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>
                <a:solidFill>
                  <a:schemeClr val="bg1"/>
                </a:solidFill>
              </a:rPr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89264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with pictur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C19243-FD55-0C4B-85ED-C961C8BBE12B}"/>
              </a:ext>
            </a:extLst>
          </p:cNvPr>
          <p:cNvSpPr/>
          <p:nvPr/>
        </p:nvSpPr>
        <p:spPr>
          <a:xfrm>
            <a:off x="0" y="0"/>
            <a:ext cx="303276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748675B-48D6-79E2-5C34-D4B438BAC43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032760" y="0"/>
            <a:ext cx="6111240" cy="6858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F8D125-6703-D6A3-E599-4C3C1DC563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8" y="1597736"/>
            <a:ext cx="2275928" cy="137669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A1C18EDC-9FCD-1109-ADAE-E5F5E5125E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489" y="3185056"/>
            <a:ext cx="2273207" cy="266700"/>
          </a:xfrm>
        </p:spPr>
        <p:txBody>
          <a:bodyPr>
            <a:noAutofit/>
          </a:bodyPr>
          <a:lstStyle>
            <a:lvl1pPr marL="0" indent="0">
              <a:buNone/>
              <a:defRPr sz="135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17145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D3EDD1-AF2A-D3E3-E47E-561B0849E7FF}"/>
              </a:ext>
            </a:extLst>
          </p:cNvPr>
          <p:cNvSpPr/>
          <p:nvPr userDrawn="1"/>
        </p:nvSpPr>
        <p:spPr>
          <a:xfrm>
            <a:off x="0" y="0"/>
            <a:ext cx="303276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/>
          </a:p>
        </p:txBody>
      </p:sp>
    </p:spTree>
    <p:extLst>
      <p:ext uri="{BB962C8B-B14F-4D97-AF65-F5344CB8AC3E}">
        <p14:creationId xmlns:p14="http://schemas.microsoft.com/office/powerpoint/2010/main" val="22690749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with image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C74E013-4D5E-B145-9B9B-C9D39954A54D}"/>
              </a:ext>
            </a:extLst>
          </p:cNvPr>
          <p:cNvSpPr/>
          <p:nvPr/>
        </p:nvSpPr>
        <p:spPr>
          <a:xfrm>
            <a:off x="0" y="0"/>
            <a:ext cx="303276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10C2358D-A18B-3E8F-ED7E-29A949F0E3A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032760" y="10510"/>
            <a:ext cx="6111240" cy="6858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6E6908-3247-AFD5-143D-788E8233F1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8" y="1597736"/>
            <a:ext cx="2275928" cy="137669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83B39C0D-A644-8ACE-91C2-0360C6765C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489" y="3185056"/>
            <a:ext cx="2273207" cy="266700"/>
          </a:xfrm>
        </p:spPr>
        <p:txBody>
          <a:bodyPr>
            <a:noAutofit/>
          </a:bodyPr>
          <a:lstStyle>
            <a:lvl1pPr marL="0" indent="0">
              <a:buNone/>
              <a:defRPr sz="135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17145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9423AE-8773-47C6-557B-198C81B40FDB}"/>
              </a:ext>
            </a:extLst>
          </p:cNvPr>
          <p:cNvSpPr/>
          <p:nvPr userDrawn="1"/>
        </p:nvSpPr>
        <p:spPr>
          <a:xfrm>
            <a:off x="0" y="0"/>
            <a:ext cx="303276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/>
          </a:p>
        </p:txBody>
      </p:sp>
    </p:spTree>
    <p:extLst>
      <p:ext uri="{BB962C8B-B14F-4D97-AF65-F5344CB8AC3E}">
        <p14:creationId xmlns:p14="http://schemas.microsoft.com/office/powerpoint/2010/main" val="658747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with two images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934353B-58DB-AD4D-87DC-EFED0AB27ED7}"/>
              </a:ext>
            </a:extLst>
          </p:cNvPr>
          <p:cNvSpPr/>
          <p:nvPr/>
        </p:nvSpPr>
        <p:spPr>
          <a:xfrm>
            <a:off x="0" y="0"/>
            <a:ext cx="303276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7897CA89-5748-AA20-F723-272588182E4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038893" y="0"/>
            <a:ext cx="3021293" cy="6858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BF501650-0634-F4E8-C690-366D8B3F490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2707" y="0"/>
            <a:ext cx="3021293" cy="6858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FD59C3F-0AF2-0444-1D15-46D26738AF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8" y="1597736"/>
            <a:ext cx="2275928" cy="137669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8EB04A69-8814-A535-C9A3-245911686F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489" y="3185056"/>
            <a:ext cx="2273207" cy="266700"/>
          </a:xfrm>
        </p:spPr>
        <p:txBody>
          <a:bodyPr>
            <a:noAutofit/>
          </a:bodyPr>
          <a:lstStyle>
            <a:lvl1pPr marL="0" indent="0">
              <a:buNone/>
              <a:defRPr sz="135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17145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AAB0CF-11E6-310E-8628-389A38273EB0}"/>
              </a:ext>
            </a:extLst>
          </p:cNvPr>
          <p:cNvSpPr/>
          <p:nvPr userDrawn="1"/>
        </p:nvSpPr>
        <p:spPr>
          <a:xfrm>
            <a:off x="0" y="0"/>
            <a:ext cx="303276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/>
          </a:p>
        </p:txBody>
      </p:sp>
    </p:spTree>
    <p:extLst>
      <p:ext uri="{BB962C8B-B14F-4D97-AF65-F5344CB8AC3E}">
        <p14:creationId xmlns:p14="http://schemas.microsoft.com/office/powerpoint/2010/main" val="4612842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with two image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B00A879-F7DC-0A4E-B19F-11E2B3030DA6}"/>
              </a:ext>
            </a:extLst>
          </p:cNvPr>
          <p:cNvSpPr/>
          <p:nvPr/>
        </p:nvSpPr>
        <p:spPr>
          <a:xfrm>
            <a:off x="0" y="0"/>
            <a:ext cx="3032760" cy="6858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8198D753-C590-40D3-8E45-348754FA7B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038893" y="0"/>
            <a:ext cx="3021293" cy="6858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E45C83D-F071-E727-7301-0D5888B9EF5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2707" y="0"/>
            <a:ext cx="3021293" cy="6858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7536E48-9B1E-2FA0-2DE1-0E3FEA03DE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8" y="1597736"/>
            <a:ext cx="2275928" cy="137669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tx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C9F18EE0-F9FA-D8F4-07DD-3656B4BCFC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489" y="3185056"/>
            <a:ext cx="2273207" cy="266700"/>
          </a:xfrm>
        </p:spPr>
        <p:txBody>
          <a:bodyPr>
            <a:noAutofit/>
          </a:bodyPr>
          <a:lstStyle>
            <a:lvl1pPr marL="0" indent="0">
              <a:buNone/>
              <a:defRPr sz="1350" b="0" i="1" spc="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17145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33336B-3BEA-3EB5-6086-B8CCA630DF6A}"/>
              </a:ext>
            </a:extLst>
          </p:cNvPr>
          <p:cNvSpPr/>
          <p:nvPr userDrawn="1"/>
        </p:nvSpPr>
        <p:spPr>
          <a:xfrm>
            <a:off x="0" y="0"/>
            <a:ext cx="3032760" cy="6858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/>
          </a:p>
        </p:txBody>
      </p:sp>
    </p:spTree>
    <p:extLst>
      <p:ext uri="{BB962C8B-B14F-4D97-AF65-F5344CB8AC3E}">
        <p14:creationId xmlns:p14="http://schemas.microsoft.com/office/powerpoint/2010/main" val="20791691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images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B4C11385-65BF-8528-422D-FCC44203E7C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038893" y="0"/>
            <a:ext cx="3021293" cy="6858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E245F8A8-299F-3198-D2B8-0F1B9A7A5B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2707" y="0"/>
            <a:ext cx="3021293" cy="6858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71D31A01-605A-E333-95CB-3884502B66C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2974829" cy="6858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6217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picture masonry galler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D4592B32-C73A-DA59-9DFB-C56900E22B9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038893" y="0"/>
            <a:ext cx="3021293" cy="237744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E25C02FF-184F-B181-FF38-6A2EC69DA8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38893" y="2450591"/>
            <a:ext cx="3021293" cy="4407409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1323BCDF-9792-02C5-8366-1F44FD1988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22707" y="-1"/>
            <a:ext cx="3021293" cy="4407408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649D1614-E51C-F898-5162-9A5553F55E0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19623" y="4480559"/>
            <a:ext cx="3021293" cy="2377441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C22723B-A2CC-BF98-A503-023DEB3CA6C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7" y="1597736"/>
            <a:ext cx="1978295" cy="137669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tx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Gallery page title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C8192F7-7296-ABF5-B5CD-CB65E66102B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3489" y="3185056"/>
            <a:ext cx="1975574" cy="266700"/>
          </a:xfrm>
        </p:spPr>
        <p:txBody>
          <a:bodyPr>
            <a:noAutofit/>
          </a:bodyPr>
          <a:lstStyle>
            <a:lvl1pPr marL="0" indent="0">
              <a:buNone/>
              <a:defRPr sz="1350" b="0" i="1" spc="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17145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6750849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picture masonry gallery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05C1A75-6308-7342-BD74-E48BCE51672A}"/>
              </a:ext>
            </a:extLst>
          </p:cNvPr>
          <p:cNvSpPr/>
          <p:nvPr/>
        </p:nvSpPr>
        <p:spPr>
          <a:xfrm>
            <a:off x="-92528" y="0"/>
            <a:ext cx="9236529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D8422083-4751-5AA8-E783-DA89DED6E39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038893" y="0"/>
            <a:ext cx="3021293" cy="237744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2A4E33C0-821E-A556-8227-50870BD882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38893" y="2450591"/>
            <a:ext cx="3021293" cy="4407409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27F7C4F6-1119-9262-0FCE-88497A31EE2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22707" y="-1"/>
            <a:ext cx="3021293" cy="4407408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BD39167-112A-7A21-6F14-F26D555A631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19623" y="4480559"/>
            <a:ext cx="3021293" cy="2377441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AFAD965-AB10-FFFE-CB0A-8CB37E85360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7" y="1597736"/>
            <a:ext cx="1978295" cy="137669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Gallery page title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A1575509-F87E-CB41-0A52-7C509E5DEB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3489" y="3185056"/>
            <a:ext cx="1975574" cy="266700"/>
          </a:xfrm>
        </p:spPr>
        <p:txBody>
          <a:bodyPr>
            <a:noAutofit/>
          </a:bodyPr>
          <a:lstStyle>
            <a:lvl1pPr marL="0" indent="0">
              <a:buNone/>
              <a:defRPr sz="135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17145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A4CCC2-5D75-CED7-A9E4-4680F5A23110}"/>
              </a:ext>
            </a:extLst>
          </p:cNvPr>
          <p:cNvSpPr/>
          <p:nvPr userDrawn="1"/>
        </p:nvSpPr>
        <p:spPr>
          <a:xfrm>
            <a:off x="-92528" y="0"/>
            <a:ext cx="9236529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97065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picture masonry gallery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C135157-004F-A94C-A322-613CD2EC1051}"/>
              </a:ext>
            </a:extLst>
          </p:cNvPr>
          <p:cNvSpPr/>
          <p:nvPr/>
        </p:nvSpPr>
        <p:spPr>
          <a:xfrm>
            <a:off x="-92528" y="0"/>
            <a:ext cx="9236529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3121AECD-1676-374F-891A-7D1F5B7C1FF1}"/>
              </a:ext>
            </a:extLst>
          </p:cNvPr>
          <p:cNvSpPr txBox="1">
            <a:spLocks/>
          </p:cNvSpPr>
          <p:nvPr/>
        </p:nvSpPr>
        <p:spPr>
          <a:xfrm>
            <a:off x="3035808" y="0"/>
            <a:ext cx="3024378" cy="23774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68580" tIns="34290" rIns="68580" bIns="3429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/>
              <a:t>Insert Picture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B184FFA9-4D24-314E-9F1A-E0C3413EF5CC}"/>
              </a:ext>
            </a:extLst>
          </p:cNvPr>
          <p:cNvSpPr txBox="1">
            <a:spLocks/>
          </p:cNvSpPr>
          <p:nvPr/>
        </p:nvSpPr>
        <p:spPr>
          <a:xfrm>
            <a:off x="3035808" y="2450592"/>
            <a:ext cx="3024378" cy="44074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/>
              <a:t>Insert Picture</a:t>
            </a:r>
            <a:endParaRPr lang="en-US" sz="1050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31857D0D-7103-7840-940D-D6493A32F3B7}"/>
              </a:ext>
            </a:extLst>
          </p:cNvPr>
          <p:cNvSpPr txBox="1">
            <a:spLocks/>
          </p:cNvSpPr>
          <p:nvPr/>
        </p:nvSpPr>
        <p:spPr>
          <a:xfrm>
            <a:off x="6119622" y="0"/>
            <a:ext cx="3024378" cy="44074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/>
              <a:t>Insert Picture</a:t>
            </a:r>
            <a:endParaRPr lang="en-US" sz="1050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714FCBAA-562E-7C44-BB5B-DB6D86790C70}"/>
              </a:ext>
            </a:extLst>
          </p:cNvPr>
          <p:cNvSpPr txBox="1">
            <a:spLocks/>
          </p:cNvSpPr>
          <p:nvPr/>
        </p:nvSpPr>
        <p:spPr>
          <a:xfrm>
            <a:off x="6119622" y="4480560"/>
            <a:ext cx="3024378" cy="23774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/>
              <a:t>Insert Picture</a:t>
            </a:r>
            <a:endParaRPr lang="en-US" sz="1050" dirty="0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7FA95BD7-ECC8-3CF5-46CC-EAC4D493A8A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038893" y="0"/>
            <a:ext cx="3021293" cy="237744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0082CE22-636C-E06A-BA39-2197CF8208F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38893" y="2450591"/>
            <a:ext cx="3021293" cy="4407409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3E8AF0C2-C040-C234-81A2-F6B4F5E94CF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22707" y="-1"/>
            <a:ext cx="3021293" cy="4407408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97F8D38-51A9-0310-7EDA-82665351C6F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19623" y="4480559"/>
            <a:ext cx="3021293" cy="2377441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AF3B9AA-1EB9-B895-13DD-6E53D199B9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7" y="1597736"/>
            <a:ext cx="1978295" cy="137669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Gallery page title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3926DF91-CB93-BE75-6714-50E45D53D2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3489" y="3185056"/>
            <a:ext cx="1975574" cy="266700"/>
          </a:xfrm>
        </p:spPr>
        <p:txBody>
          <a:bodyPr>
            <a:noAutofit/>
          </a:bodyPr>
          <a:lstStyle>
            <a:lvl1pPr marL="0" indent="0">
              <a:buNone/>
              <a:defRPr sz="135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17145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0A8A64-86AF-417D-8D8D-A6DDC0970405}"/>
              </a:ext>
            </a:extLst>
          </p:cNvPr>
          <p:cNvSpPr/>
          <p:nvPr userDrawn="1"/>
        </p:nvSpPr>
        <p:spPr>
          <a:xfrm>
            <a:off x="-92528" y="0"/>
            <a:ext cx="9236529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D4CA4A8D-DB50-5FDB-6B51-FD20CB7D2561}"/>
              </a:ext>
            </a:extLst>
          </p:cNvPr>
          <p:cNvSpPr txBox="1">
            <a:spLocks/>
          </p:cNvSpPr>
          <p:nvPr userDrawn="1"/>
        </p:nvSpPr>
        <p:spPr>
          <a:xfrm>
            <a:off x="3035808" y="0"/>
            <a:ext cx="3024378" cy="23774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68580" tIns="34290" rIns="68580" bIns="3429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/>
              <a:t>Insert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34216CC4-F176-4377-8B00-4DA916919AD1}"/>
              </a:ext>
            </a:extLst>
          </p:cNvPr>
          <p:cNvSpPr txBox="1">
            <a:spLocks/>
          </p:cNvSpPr>
          <p:nvPr userDrawn="1"/>
        </p:nvSpPr>
        <p:spPr>
          <a:xfrm>
            <a:off x="3035808" y="2450592"/>
            <a:ext cx="3024378" cy="44074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/>
              <a:t>Insert Picture</a:t>
            </a:r>
            <a:endParaRPr lang="en-US" sz="1050" dirty="0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430C24A2-F849-1A38-571D-4F1FA48A03DB}"/>
              </a:ext>
            </a:extLst>
          </p:cNvPr>
          <p:cNvSpPr txBox="1">
            <a:spLocks/>
          </p:cNvSpPr>
          <p:nvPr userDrawn="1"/>
        </p:nvSpPr>
        <p:spPr>
          <a:xfrm>
            <a:off x="6119622" y="0"/>
            <a:ext cx="3024378" cy="44074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/>
              <a:t>Insert Picture</a:t>
            </a:r>
            <a:endParaRPr lang="en-US" sz="1050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6A1318EF-CCCA-0845-9313-C886D20CE539}"/>
              </a:ext>
            </a:extLst>
          </p:cNvPr>
          <p:cNvSpPr txBox="1">
            <a:spLocks/>
          </p:cNvSpPr>
          <p:nvPr userDrawn="1"/>
        </p:nvSpPr>
        <p:spPr>
          <a:xfrm>
            <a:off x="6119622" y="4480560"/>
            <a:ext cx="3024378" cy="23774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/>
              <a:t>Insert Picture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6506127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 picture masonry galler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44407F55-9F8B-CFB8-1B4D-DFE77B68F37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038893" y="0"/>
            <a:ext cx="1992418" cy="3429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B8061204-7764-E2D1-7AAA-B10D9B6ECA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38893" y="3486148"/>
            <a:ext cx="1985228" cy="3378202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70DBCDF1-021A-7BE3-B53A-887126B88D8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19852" y="7748"/>
            <a:ext cx="1957055" cy="1652236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EB3E7A70-BD34-1297-5064-EBE5BB5009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19852" y="1750824"/>
            <a:ext cx="1957055" cy="3370817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6C618F24-A1FF-DEFE-48FC-DFADF3AB1D9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19852" y="5212481"/>
            <a:ext cx="1957055" cy="1637772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id="{52794C9F-4857-8416-D697-D8A5BD1DC52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160780" y="-6350"/>
            <a:ext cx="1992418" cy="3429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B71335A9-56CA-C44E-C210-7A39320CAFC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160780" y="3479798"/>
            <a:ext cx="1985228" cy="3378202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BF1712F-3EDE-9144-C8B3-D9515E447D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7" y="1597736"/>
            <a:ext cx="1978295" cy="137669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tx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Gallery page title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9E771D9-2182-0886-CF5C-F9E6A91B8A7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3488" y="3185056"/>
            <a:ext cx="2283002" cy="266700"/>
          </a:xfrm>
        </p:spPr>
        <p:txBody>
          <a:bodyPr>
            <a:noAutofit/>
          </a:bodyPr>
          <a:lstStyle>
            <a:lvl1pPr marL="0" indent="0">
              <a:buNone/>
              <a:defRPr sz="1350" b="0" i="1" spc="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17145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0361156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picture grid galler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CD52250D-592A-6A0E-2EC4-348B240C197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038893" y="0"/>
            <a:ext cx="3020411" cy="3429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C98FAF4C-C5F8-CD7C-AD17-DBEE12CD81E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38893" y="3486148"/>
            <a:ext cx="3020411" cy="3378202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1A4A5ECA-F9C5-C40F-CBDD-C2AAD668B0C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24993" y="659"/>
            <a:ext cx="3020411" cy="3429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D35514F-BA11-3F45-D395-B82E2401388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4993" y="3486807"/>
            <a:ext cx="3020411" cy="3378202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860381D-CFDD-5C2B-95C0-FDF866D49D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7" y="1597736"/>
            <a:ext cx="1978295" cy="137669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tx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Gallery page title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D48BE400-0752-DB82-2E62-48BFF7662F9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3489" y="3185056"/>
            <a:ext cx="1975574" cy="266700"/>
          </a:xfrm>
        </p:spPr>
        <p:txBody>
          <a:bodyPr>
            <a:noAutofit/>
          </a:bodyPr>
          <a:lstStyle>
            <a:lvl1pPr marL="0" indent="0">
              <a:buNone/>
              <a:defRPr sz="1350" b="0" i="1" spc="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17145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A98113E-11D6-5C45-FA05-F78F2430D9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1716" y="5805489"/>
            <a:ext cx="2351484" cy="657225"/>
          </a:xfrm>
        </p:spPr>
        <p:txBody>
          <a:bodyPr>
            <a:noAutofit/>
          </a:bodyPr>
          <a:lstStyle>
            <a:lvl1pPr marL="0" indent="0">
              <a:buNone/>
              <a:defRPr sz="900">
                <a:latin typeface="+mn-lt"/>
              </a:defRPr>
            </a:lvl1pPr>
          </a:lstStyle>
          <a:p>
            <a:r>
              <a:rPr lang="en-US" dirty="0"/>
              <a:t>Caption here. Cras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non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a </a:t>
            </a:r>
            <a:r>
              <a:rPr lang="en-US" dirty="0" err="1"/>
              <a:t>velit</a:t>
            </a:r>
            <a:r>
              <a:rPr lang="en-US" dirty="0"/>
              <a:t>. Ut vitae </a:t>
            </a:r>
            <a:r>
              <a:rPr lang="en-US" dirty="0" err="1"/>
              <a:t>faucibus</a:t>
            </a:r>
            <a:r>
              <a:rPr lang="en-US" dirty="0"/>
              <a:t> sem. Donec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dui id </a:t>
            </a:r>
            <a:r>
              <a:rPr lang="en-US" dirty="0" err="1"/>
              <a:t>blandit</a:t>
            </a:r>
            <a:r>
              <a:rPr lang="en-US" dirty="0"/>
              <a:t>. Nunc id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, vel </a:t>
            </a:r>
            <a:r>
              <a:rPr lang="en-US" dirty="0" err="1"/>
              <a:t>efficitur</a:t>
            </a:r>
            <a:r>
              <a:rPr lang="en-US" dirty="0"/>
              <a:t> </a:t>
            </a:r>
            <a:r>
              <a:rPr lang="en-US" dirty="0" err="1"/>
              <a:t>metus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728270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picture grid gallery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97A8331-D128-874B-B3ED-BD87C5E97539}"/>
              </a:ext>
            </a:extLst>
          </p:cNvPr>
          <p:cNvSpPr/>
          <p:nvPr/>
        </p:nvSpPr>
        <p:spPr>
          <a:xfrm>
            <a:off x="-92529" y="0"/>
            <a:ext cx="9329057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F0F530B-4EF3-F06D-7C39-8B4C027B7C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7" y="1597736"/>
            <a:ext cx="1978295" cy="137669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Gallery page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220A1CBE-9A9E-ECA7-49BE-FE318748B1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489" y="3185056"/>
            <a:ext cx="1975574" cy="266700"/>
          </a:xfrm>
        </p:spPr>
        <p:txBody>
          <a:bodyPr>
            <a:noAutofit/>
          </a:bodyPr>
          <a:lstStyle>
            <a:lvl1pPr marL="0" indent="0">
              <a:buNone/>
              <a:defRPr sz="135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17145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9431044A-4E40-179C-2D74-8024D764A5F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1716" y="5805489"/>
            <a:ext cx="2351484" cy="657225"/>
          </a:xfrm>
        </p:spPr>
        <p:txBody>
          <a:bodyPr>
            <a:noAutofit/>
          </a:bodyPr>
          <a:lstStyle>
            <a:lvl1pPr marL="0" indent="0">
              <a:buNone/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Caption here. Cras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non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a </a:t>
            </a:r>
            <a:r>
              <a:rPr lang="en-US" dirty="0" err="1"/>
              <a:t>velit</a:t>
            </a:r>
            <a:r>
              <a:rPr lang="en-US" dirty="0"/>
              <a:t>. Ut vitae </a:t>
            </a:r>
            <a:r>
              <a:rPr lang="en-US" dirty="0" err="1"/>
              <a:t>faucibus</a:t>
            </a:r>
            <a:r>
              <a:rPr lang="en-US" dirty="0"/>
              <a:t> sem. Donec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dui id </a:t>
            </a:r>
            <a:r>
              <a:rPr lang="en-US" dirty="0" err="1"/>
              <a:t>blandit</a:t>
            </a:r>
            <a:r>
              <a:rPr lang="en-US" dirty="0"/>
              <a:t>. Nunc id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, vel </a:t>
            </a:r>
            <a:r>
              <a:rPr lang="en-US" dirty="0" err="1"/>
              <a:t>efficitur</a:t>
            </a:r>
            <a:r>
              <a:rPr lang="en-US" dirty="0"/>
              <a:t> </a:t>
            </a:r>
            <a:r>
              <a:rPr lang="en-US" dirty="0" err="1"/>
              <a:t>metus</a:t>
            </a:r>
            <a:r>
              <a:rPr lang="en-US" dirty="0"/>
              <a:t>. 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EF666DE-CFCE-6517-DB0D-87B619E3A98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038893" y="0"/>
            <a:ext cx="3020411" cy="3429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16E47F64-FDB8-75A5-571A-DB61DF42A9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38893" y="3486148"/>
            <a:ext cx="3020411" cy="3378202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96083478-C30F-4A21-5465-504D79F8D1B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24993" y="659"/>
            <a:ext cx="3020411" cy="3429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4F0E9131-8E74-EEF0-F364-C7C5994FC9E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124993" y="3486807"/>
            <a:ext cx="3020411" cy="3378202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05597F-0EA0-6AEA-BF96-EF08EEF5F59F}"/>
              </a:ext>
            </a:extLst>
          </p:cNvPr>
          <p:cNvSpPr/>
          <p:nvPr userDrawn="1"/>
        </p:nvSpPr>
        <p:spPr>
          <a:xfrm>
            <a:off x="-92529" y="0"/>
            <a:ext cx="9329057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 dirty="0"/>
          </a:p>
        </p:txBody>
      </p:sp>
    </p:spTree>
    <p:extLst>
      <p:ext uri="{BB962C8B-B14F-4D97-AF65-F5344CB8AC3E}">
        <p14:creationId xmlns:p14="http://schemas.microsoft.com/office/powerpoint/2010/main" val="23744855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image with sub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0111290-CC74-3548-11A3-BC4FE157A7B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7" y="1597736"/>
            <a:ext cx="1978295" cy="137669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tx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Gallery page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65AF8CE4-00E5-F4D3-F0FB-8BBC9E95D9D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489" y="3185056"/>
            <a:ext cx="1975574" cy="266700"/>
          </a:xfrm>
        </p:spPr>
        <p:txBody>
          <a:bodyPr>
            <a:noAutofit/>
          </a:bodyPr>
          <a:lstStyle>
            <a:lvl1pPr marL="0" indent="0">
              <a:buNone/>
              <a:defRPr sz="1350" b="0" i="1" spc="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17145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2B614F79-8C3E-9B7F-136C-46CBA04CA3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032760" y="10510"/>
            <a:ext cx="6111240" cy="6858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CB95CA1E-138F-AC2C-954E-572D8B3ED2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0102" y="6003579"/>
            <a:ext cx="2276475" cy="450850"/>
          </a:xfrm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900" dirty="0"/>
              <a:t>Caption caption caption.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54191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image with subtitl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727C2AB-62FC-D444-BDA2-B209A9D810D8}"/>
              </a:ext>
            </a:extLst>
          </p:cNvPr>
          <p:cNvSpPr/>
          <p:nvPr/>
        </p:nvSpPr>
        <p:spPr>
          <a:xfrm>
            <a:off x="0" y="0"/>
            <a:ext cx="303276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750BC7C-018E-2D04-5C75-24EE70C9F2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7" y="1597736"/>
            <a:ext cx="1978295" cy="137669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Gallery page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27C36B33-7438-E96F-1BC4-32AA585A0C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489" y="3185056"/>
            <a:ext cx="1975574" cy="266700"/>
          </a:xfrm>
        </p:spPr>
        <p:txBody>
          <a:bodyPr>
            <a:noAutofit/>
          </a:bodyPr>
          <a:lstStyle>
            <a:lvl1pPr marL="0" indent="0">
              <a:buNone/>
              <a:defRPr sz="135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17145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" name="Picture Placeholder 11">
            <a:extLst>
              <a:ext uri="{FF2B5EF4-FFF2-40B4-BE49-F238E27FC236}">
                <a16:creationId xmlns:a16="http://schemas.microsoft.com/office/drawing/2014/main" id="{50FE3F16-A821-B3A7-DC00-E9D27FF81F1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032760" y="10510"/>
            <a:ext cx="6111240" cy="6858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DE249EE8-08AE-FE5A-918B-0D489684FA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0102" y="6003579"/>
            <a:ext cx="2276475" cy="450850"/>
          </a:xfrm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900" dirty="0"/>
              <a:t>Caption caption caption.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85C703-3508-F00C-F2B0-0FFDA9B83B7D}"/>
              </a:ext>
            </a:extLst>
          </p:cNvPr>
          <p:cNvSpPr/>
          <p:nvPr userDrawn="1"/>
        </p:nvSpPr>
        <p:spPr>
          <a:xfrm>
            <a:off x="0" y="0"/>
            <a:ext cx="303276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/>
          </a:p>
        </p:txBody>
      </p:sp>
    </p:spTree>
    <p:extLst>
      <p:ext uri="{BB962C8B-B14F-4D97-AF65-F5344CB8AC3E}">
        <p14:creationId xmlns:p14="http://schemas.microsoft.com/office/powerpoint/2010/main" val="22196015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ullets with sub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18184268-5606-D44B-BBA8-30AB93286F51}"/>
              </a:ext>
            </a:extLst>
          </p:cNvPr>
          <p:cNvSpPr txBox="1">
            <a:spLocks/>
          </p:cNvSpPr>
          <p:nvPr/>
        </p:nvSpPr>
        <p:spPr>
          <a:xfrm>
            <a:off x="3374136" y="877825"/>
            <a:ext cx="5467181" cy="4632735"/>
          </a:xfrm>
          <a:prstGeom prst="rect">
            <a:avLst/>
          </a:prstGeom>
        </p:spPr>
        <p:txBody>
          <a:bodyPr anchor="t" anchorCtr="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745"/>
              </a:lnSpc>
            </a:pPr>
            <a:endParaRPr lang="en-US" sz="2100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505AF5D-C9EB-1385-8ECB-1F6580D758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8" y="1597736"/>
            <a:ext cx="2275928" cy="152198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tx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BD08D64C-5295-E9C3-4851-5BB45DBB18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489" y="3185056"/>
            <a:ext cx="2273207" cy="266700"/>
          </a:xfrm>
        </p:spPr>
        <p:txBody>
          <a:bodyPr>
            <a:noAutofit/>
          </a:bodyPr>
          <a:lstStyle>
            <a:lvl1pPr marL="0" indent="0">
              <a:buNone/>
              <a:defRPr sz="1350" b="0" i="1" spc="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17145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1CF9824-8975-E2D2-BA96-BE94AD22236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08735" y="712789"/>
            <a:ext cx="5438775" cy="5456237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FF979B72-ED9A-3EDE-6657-A30F78A980FF}"/>
              </a:ext>
            </a:extLst>
          </p:cNvPr>
          <p:cNvSpPr txBox="1">
            <a:spLocks/>
          </p:cNvSpPr>
          <p:nvPr userDrawn="1"/>
        </p:nvSpPr>
        <p:spPr>
          <a:xfrm>
            <a:off x="3374136" y="877826"/>
            <a:ext cx="5467181" cy="4632735"/>
          </a:xfrm>
          <a:prstGeom prst="rect">
            <a:avLst/>
          </a:prstGeom>
        </p:spPr>
        <p:txBody>
          <a:bodyPr anchor="t" anchorCtr="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745"/>
              </a:lnSpc>
            </a:pP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93900941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ullet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96D7331-1A41-704A-B826-EDF4031A20D5}"/>
              </a:ext>
            </a:extLst>
          </p:cNvPr>
          <p:cNvSpPr/>
          <p:nvPr/>
        </p:nvSpPr>
        <p:spPr>
          <a:xfrm>
            <a:off x="0" y="0"/>
            <a:ext cx="303276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4AA95B1-1DE6-4557-AE9D-D95D364440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8" y="1597735"/>
            <a:ext cx="2275928" cy="1925644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Slide title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4E5C5303-4DAA-0E22-F5FD-F9E6D4B3B89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23034" y="984740"/>
            <a:ext cx="5438775" cy="5078779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C6523B-3C30-5420-93D2-28181789FBDF}"/>
              </a:ext>
            </a:extLst>
          </p:cNvPr>
          <p:cNvSpPr/>
          <p:nvPr userDrawn="1"/>
        </p:nvSpPr>
        <p:spPr>
          <a:xfrm>
            <a:off x="0" y="0"/>
            <a:ext cx="303276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/>
          </a:p>
        </p:txBody>
      </p:sp>
    </p:spTree>
    <p:extLst>
      <p:ext uri="{BB962C8B-B14F-4D97-AF65-F5344CB8AC3E}">
        <p14:creationId xmlns:p14="http://schemas.microsoft.com/office/powerpoint/2010/main" val="271110723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ullets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FF0AB2C-A2ED-E145-8078-D59ED5D19462}"/>
              </a:ext>
            </a:extLst>
          </p:cNvPr>
          <p:cNvSpPr/>
          <p:nvPr/>
        </p:nvSpPr>
        <p:spPr>
          <a:xfrm>
            <a:off x="-48986" y="0"/>
            <a:ext cx="9329057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A1E5718-7B62-CFA0-6BF2-E1C0B96059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8" y="1597735"/>
            <a:ext cx="2275928" cy="1925644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Slide title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9F3E70E3-26EC-6C80-2E56-47764063593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69373" y="984740"/>
            <a:ext cx="5438775" cy="5078779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10EF5C-6A49-0613-1716-1C2A414B0BC8}"/>
              </a:ext>
            </a:extLst>
          </p:cNvPr>
          <p:cNvSpPr/>
          <p:nvPr userDrawn="1"/>
        </p:nvSpPr>
        <p:spPr>
          <a:xfrm>
            <a:off x="-48985" y="0"/>
            <a:ext cx="9329057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 dirty="0"/>
          </a:p>
        </p:txBody>
      </p:sp>
    </p:spTree>
    <p:extLst>
      <p:ext uri="{BB962C8B-B14F-4D97-AF65-F5344CB8AC3E}">
        <p14:creationId xmlns:p14="http://schemas.microsoft.com/office/powerpoint/2010/main" val="250293087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ullets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9A4445C-B3FB-124F-929E-2B7DA477FDD0}"/>
              </a:ext>
            </a:extLst>
          </p:cNvPr>
          <p:cNvSpPr/>
          <p:nvPr/>
        </p:nvSpPr>
        <p:spPr>
          <a:xfrm>
            <a:off x="-48986" y="0"/>
            <a:ext cx="9329057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D4EA037-B19B-0E01-460A-8A873D5259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8" y="1597735"/>
            <a:ext cx="2275928" cy="1478952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56B25A33-D6AC-2644-7678-0677724F15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489" y="3185056"/>
            <a:ext cx="2273207" cy="266700"/>
          </a:xfrm>
        </p:spPr>
        <p:txBody>
          <a:bodyPr>
            <a:noAutofit/>
          </a:bodyPr>
          <a:lstStyle>
            <a:lvl1pPr marL="0" indent="0">
              <a:buNone/>
              <a:defRPr sz="135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17145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0E405D1-0296-1352-0B27-EB91D9A9EE6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69373" y="984740"/>
            <a:ext cx="5438775" cy="5078779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5A6CEF-2405-D337-9055-97974B501C88}"/>
              </a:ext>
            </a:extLst>
          </p:cNvPr>
          <p:cNvSpPr/>
          <p:nvPr userDrawn="1"/>
        </p:nvSpPr>
        <p:spPr>
          <a:xfrm>
            <a:off x="-48985" y="0"/>
            <a:ext cx="9329057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 dirty="0"/>
          </a:p>
        </p:txBody>
      </p:sp>
    </p:spTree>
    <p:extLst>
      <p:ext uri="{BB962C8B-B14F-4D97-AF65-F5344CB8AC3E}">
        <p14:creationId xmlns:p14="http://schemas.microsoft.com/office/powerpoint/2010/main" val="370098817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with left pictur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1A4375E-E973-8F60-5CBC-E9EA62B2C461}"/>
              </a:ext>
            </a:extLst>
          </p:cNvPr>
          <p:cNvSpPr/>
          <p:nvPr/>
        </p:nvSpPr>
        <p:spPr>
          <a:xfrm>
            <a:off x="3032758" y="0"/>
            <a:ext cx="6111242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B8CFB99D-819D-633A-9F7C-E599C01C5F5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69373" y="984740"/>
            <a:ext cx="5438775" cy="5078779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8D8149A3-F59D-BE75-AB5C-D86EC6C3269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" y="2494626"/>
            <a:ext cx="3032759" cy="43633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7619B55-6525-D80A-7008-E0C00F21DE0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8" y="851505"/>
            <a:ext cx="2275928" cy="1261075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tx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Slide title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145DEB-BE17-867F-B4A5-8A1B0C99F2A4}"/>
              </a:ext>
            </a:extLst>
          </p:cNvPr>
          <p:cNvSpPr/>
          <p:nvPr userDrawn="1"/>
        </p:nvSpPr>
        <p:spPr>
          <a:xfrm>
            <a:off x="3032758" y="0"/>
            <a:ext cx="6111242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/>
          </a:p>
        </p:txBody>
      </p:sp>
    </p:spTree>
    <p:extLst>
      <p:ext uri="{BB962C8B-B14F-4D97-AF65-F5344CB8AC3E}">
        <p14:creationId xmlns:p14="http://schemas.microsoft.com/office/powerpoint/2010/main" val="19857177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3" pos="2160" userDrawn="1">
          <p15:clr>
            <a:srgbClr val="FBAE40"/>
          </p15:clr>
        </p15:guide>
        <p15:guide id="4" orient="horz" pos="648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with left pictur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983D7CC-30F1-554F-B990-08AAED526E21}"/>
              </a:ext>
            </a:extLst>
          </p:cNvPr>
          <p:cNvSpPr/>
          <p:nvPr/>
        </p:nvSpPr>
        <p:spPr>
          <a:xfrm>
            <a:off x="0" y="0"/>
            <a:ext cx="303276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4111BCE-BDA9-2B6D-9928-BE641176BD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8" y="851505"/>
            <a:ext cx="2275928" cy="1261075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Slide title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4D7F3FB8-60AA-403E-F103-7D674AC277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7290" y="972383"/>
            <a:ext cx="5438775" cy="5078779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CB9CA651-4D6A-D64A-891D-DE26EF9669F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" y="2494626"/>
            <a:ext cx="3032759" cy="43633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D14D06-B2ED-2968-997B-96730AE20C05}"/>
              </a:ext>
            </a:extLst>
          </p:cNvPr>
          <p:cNvSpPr/>
          <p:nvPr userDrawn="1"/>
        </p:nvSpPr>
        <p:spPr>
          <a:xfrm>
            <a:off x="0" y="0"/>
            <a:ext cx="303276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/>
          </a:p>
        </p:txBody>
      </p:sp>
    </p:spTree>
    <p:extLst>
      <p:ext uri="{BB962C8B-B14F-4D97-AF65-F5344CB8AC3E}">
        <p14:creationId xmlns:p14="http://schemas.microsoft.com/office/powerpoint/2010/main" val="410745303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scree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ADB7183-A032-FB4E-90D2-92557AEC50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DDD2F4-5298-29C7-EDE0-1151A4AF90F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C031D7-6602-24F1-63FF-8728AC3D5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429163189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images on blue backgrou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indoor, arch, colonnade&#10;&#10;Description automatically generated">
            <a:extLst>
              <a:ext uri="{FF2B5EF4-FFF2-40B4-BE49-F238E27FC236}">
                <a16:creationId xmlns:a16="http://schemas.microsoft.com/office/drawing/2014/main" id="{0D398ABC-CE4E-8B4C-B1EE-EC4257E9954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9502" y="1135138"/>
            <a:ext cx="5888118" cy="4415270"/>
          </a:xfrm>
          <a:prstGeom prst="rect">
            <a:avLst/>
          </a:prstGeom>
        </p:spPr>
      </p:pic>
      <p:pic>
        <p:nvPicPr>
          <p:cNvPr id="6" name="Picture 5" descr="A person sitting on a ledge using a computer&#10;&#10;Description automatically generated with medium confidence">
            <a:extLst>
              <a:ext uri="{FF2B5EF4-FFF2-40B4-BE49-F238E27FC236}">
                <a16:creationId xmlns:a16="http://schemas.microsoft.com/office/drawing/2014/main" id="{9237F60B-15B0-3B4A-8ECB-58E5CFD4C23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56249" y="1135138"/>
            <a:ext cx="2105406" cy="4419714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A5DE1E-D4D3-4B08-4216-86AC36FC646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9581" y="1135064"/>
            <a:ext cx="5887641" cy="4414837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DA54E1E-53AE-BE19-DEE3-14D0FB6718C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56772" y="1135064"/>
            <a:ext cx="2105025" cy="4414837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/>
          </a:p>
        </p:txBody>
      </p:sp>
      <p:pic>
        <p:nvPicPr>
          <p:cNvPr id="2" name="Picture 1" descr="A picture containing indoor, arch, colonnade&#10;&#10;Description automatically generated">
            <a:extLst>
              <a:ext uri="{FF2B5EF4-FFF2-40B4-BE49-F238E27FC236}">
                <a16:creationId xmlns:a16="http://schemas.microsoft.com/office/drawing/2014/main" id="{7603C44B-9D9D-C2E2-6608-AED97DA69AD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9502" y="1135138"/>
            <a:ext cx="5888118" cy="4415270"/>
          </a:xfrm>
          <a:prstGeom prst="rect">
            <a:avLst/>
          </a:prstGeom>
        </p:spPr>
      </p:pic>
      <p:pic>
        <p:nvPicPr>
          <p:cNvPr id="4" name="Picture 3" descr="A person sitting on a ledge using a computer&#10;&#10;Description automatically generated with medium confidence">
            <a:extLst>
              <a:ext uri="{FF2B5EF4-FFF2-40B4-BE49-F238E27FC236}">
                <a16:creationId xmlns:a16="http://schemas.microsoft.com/office/drawing/2014/main" id="{891E081A-113D-DC0E-9FDC-3302E03BCC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56249" y="1135138"/>
            <a:ext cx="2105406" cy="441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8568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ue rectangle on imag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people in a classroom&#10;&#10;Description automatically generated with low confidence">
            <a:extLst>
              <a:ext uri="{FF2B5EF4-FFF2-40B4-BE49-F238E27FC236}">
                <a16:creationId xmlns:a16="http://schemas.microsoft.com/office/drawing/2014/main" id="{4BDB933F-3F67-634A-B239-7E149523FB8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"/>
            <a:ext cx="9141699" cy="6857990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1AAF9DD7-0F2C-6B3A-F6A3-CE564350671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2A1C5A-EAA4-F642-B1CA-508C2469F921}"/>
              </a:ext>
            </a:extLst>
          </p:cNvPr>
          <p:cNvSpPr/>
          <p:nvPr/>
        </p:nvSpPr>
        <p:spPr>
          <a:xfrm>
            <a:off x="2818638" y="4606927"/>
            <a:ext cx="6325362" cy="125272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B22E79-1B97-56A7-B228-A90078FFBF5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00400" y="5005754"/>
            <a:ext cx="5706666" cy="53926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; </a:t>
            </a:r>
            <a:r>
              <a:rPr lang="en-US" dirty="0" err="1"/>
              <a:t>adipisting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pic>
        <p:nvPicPr>
          <p:cNvPr id="3" name="Picture 2" descr="A group of people in a classroom&#10;&#10;Description automatically generated with low confidence">
            <a:extLst>
              <a:ext uri="{FF2B5EF4-FFF2-40B4-BE49-F238E27FC236}">
                <a16:creationId xmlns:a16="http://schemas.microsoft.com/office/drawing/2014/main" id="{FCBB5C93-3462-1376-4A10-3226D92F52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"/>
            <a:ext cx="9141699" cy="685799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E3128F7-F376-54BB-CF1B-93249E8C794D}"/>
              </a:ext>
            </a:extLst>
          </p:cNvPr>
          <p:cNvSpPr/>
          <p:nvPr userDrawn="1"/>
        </p:nvSpPr>
        <p:spPr>
          <a:xfrm>
            <a:off x="2818638" y="4606927"/>
            <a:ext cx="6325362" cy="125272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 dirty="0"/>
          </a:p>
        </p:txBody>
      </p:sp>
    </p:spTree>
    <p:extLst>
      <p:ext uri="{BB962C8B-B14F-4D97-AF65-F5344CB8AC3E}">
        <p14:creationId xmlns:p14="http://schemas.microsoft.com/office/powerpoint/2010/main" val="270555048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pt lis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B04CEBEF-039C-DC43-B83D-ED7E1BFAEDEC}"/>
              </a:ext>
            </a:extLst>
          </p:cNvPr>
          <p:cNvSpPr/>
          <p:nvPr/>
        </p:nvSpPr>
        <p:spPr>
          <a:xfrm>
            <a:off x="3335890" y="782376"/>
            <a:ext cx="456347" cy="60846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EF85D7B-BBEB-4643-A97C-6FF4E2941595}"/>
              </a:ext>
            </a:extLst>
          </p:cNvPr>
          <p:cNvSpPr/>
          <p:nvPr/>
        </p:nvSpPr>
        <p:spPr>
          <a:xfrm>
            <a:off x="3335890" y="2602242"/>
            <a:ext cx="456347" cy="60846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66C9B41-C20D-8348-88FC-E3ECC4B45F77}"/>
              </a:ext>
            </a:extLst>
          </p:cNvPr>
          <p:cNvSpPr/>
          <p:nvPr/>
        </p:nvSpPr>
        <p:spPr>
          <a:xfrm>
            <a:off x="3335890" y="4421469"/>
            <a:ext cx="456347" cy="60846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n-US" sz="18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5E4E5056-1071-EB43-961C-518C32BBC254}"/>
              </a:ext>
            </a:extLst>
          </p:cNvPr>
          <p:cNvSpPr txBox="1">
            <a:spLocks/>
          </p:cNvSpPr>
          <p:nvPr/>
        </p:nvSpPr>
        <p:spPr>
          <a:xfrm>
            <a:off x="3336227" y="798474"/>
            <a:ext cx="456010" cy="608462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1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4B3EC6FE-EE04-AC48-A709-6960ED5BDA40}"/>
              </a:ext>
            </a:extLst>
          </p:cNvPr>
          <p:cNvSpPr txBox="1">
            <a:spLocks/>
          </p:cNvSpPr>
          <p:nvPr/>
        </p:nvSpPr>
        <p:spPr>
          <a:xfrm>
            <a:off x="3336227" y="2612401"/>
            <a:ext cx="456010" cy="608462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2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246BD078-9144-A040-B00A-FB748C9F10BD}"/>
              </a:ext>
            </a:extLst>
          </p:cNvPr>
          <p:cNvSpPr txBox="1">
            <a:spLocks/>
          </p:cNvSpPr>
          <p:nvPr/>
        </p:nvSpPr>
        <p:spPr>
          <a:xfrm>
            <a:off x="3336227" y="4431041"/>
            <a:ext cx="456010" cy="608462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8E21DF-7D50-2F4A-8A85-D21AA332D89A}"/>
              </a:ext>
            </a:extLst>
          </p:cNvPr>
          <p:cNvSpPr/>
          <p:nvPr/>
        </p:nvSpPr>
        <p:spPr>
          <a:xfrm>
            <a:off x="0" y="0"/>
            <a:ext cx="303276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A7EFA3E-6CB9-5753-5E16-B3C57BE501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8" y="1597735"/>
            <a:ext cx="2275928" cy="1925644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List title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61BB3FB-2216-3C55-2FAE-13D9854F26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6997" y="901735"/>
            <a:ext cx="4597919" cy="445171"/>
          </a:xfrm>
        </p:spPr>
        <p:txBody>
          <a:bodyPr>
            <a:normAutofit/>
          </a:bodyPr>
          <a:lstStyle>
            <a:lvl1pPr marL="0" indent="0">
              <a:buNone/>
              <a:defRPr sz="1500" b="1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CDDFF6A9-52DA-58F2-BDA9-15907D59C8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53259" y="2755058"/>
            <a:ext cx="4597919" cy="445171"/>
          </a:xfrm>
        </p:spPr>
        <p:txBody>
          <a:bodyPr>
            <a:normAutofit/>
          </a:bodyPr>
          <a:lstStyle>
            <a:lvl1pPr marL="0" indent="0">
              <a:buNone/>
              <a:defRPr sz="1500" b="1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136D2D5D-D5A2-A035-628C-DEAEE035DA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53259" y="4561079"/>
            <a:ext cx="4597919" cy="445171"/>
          </a:xfrm>
        </p:spPr>
        <p:txBody>
          <a:bodyPr>
            <a:normAutofit/>
          </a:bodyPr>
          <a:lstStyle>
            <a:lvl1pPr marL="0" indent="0">
              <a:buNone/>
              <a:defRPr sz="1500" b="1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E9401A22-71B4-C0E8-05DD-D4D2833E6F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53258" y="1417093"/>
            <a:ext cx="4597919" cy="1131967"/>
          </a:xfrm>
        </p:spPr>
        <p:txBody>
          <a:bodyPr>
            <a:norm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mi, in porta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magna,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ipsum dolor (20 words).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EE3F3E11-7AFE-6F0D-2621-C8BCE2923F7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44465" y="3266056"/>
            <a:ext cx="4597919" cy="1131967"/>
          </a:xfrm>
        </p:spPr>
        <p:txBody>
          <a:bodyPr>
            <a:norm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mi, in porta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magna,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ipsum dolor (20 words).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EF10423C-A95D-971C-6FEA-62D3BCEE094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53257" y="5075522"/>
            <a:ext cx="4597919" cy="1131967"/>
          </a:xfrm>
        </p:spPr>
        <p:txBody>
          <a:bodyPr>
            <a:norm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mi, in porta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magna,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ipsum dolor (20 words).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365851C-140F-7627-456C-2236D96BE11E}"/>
              </a:ext>
            </a:extLst>
          </p:cNvPr>
          <p:cNvSpPr/>
          <p:nvPr userDrawn="1"/>
        </p:nvSpPr>
        <p:spPr>
          <a:xfrm>
            <a:off x="3335890" y="782377"/>
            <a:ext cx="456347" cy="60846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BB0366B-5499-A7A0-19C8-C001A423DC3F}"/>
              </a:ext>
            </a:extLst>
          </p:cNvPr>
          <p:cNvSpPr/>
          <p:nvPr userDrawn="1"/>
        </p:nvSpPr>
        <p:spPr>
          <a:xfrm>
            <a:off x="3335890" y="2602242"/>
            <a:ext cx="456347" cy="60846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AA28B83-B771-0CD9-7171-DABD89FBCCF5}"/>
              </a:ext>
            </a:extLst>
          </p:cNvPr>
          <p:cNvSpPr/>
          <p:nvPr userDrawn="1"/>
        </p:nvSpPr>
        <p:spPr>
          <a:xfrm>
            <a:off x="3335890" y="4421470"/>
            <a:ext cx="456347" cy="60846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n-US" sz="18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8C50B5-A74F-A004-6634-B954717A88F1}"/>
              </a:ext>
            </a:extLst>
          </p:cNvPr>
          <p:cNvSpPr txBox="1">
            <a:spLocks/>
          </p:cNvSpPr>
          <p:nvPr userDrawn="1"/>
        </p:nvSpPr>
        <p:spPr>
          <a:xfrm>
            <a:off x="3336228" y="798474"/>
            <a:ext cx="456010" cy="608462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1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DFB042A8-137F-10CC-9EC0-62F405FE9173}"/>
              </a:ext>
            </a:extLst>
          </p:cNvPr>
          <p:cNvSpPr txBox="1">
            <a:spLocks/>
          </p:cNvSpPr>
          <p:nvPr userDrawn="1"/>
        </p:nvSpPr>
        <p:spPr>
          <a:xfrm>
            <a:off x="3336228" y="2612401"/>
            <a:ext cx="456010" cy="608462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2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F4123E1-62FA-F963-DB1D-90EA7235C75C}"/>
              </a:ext>
            </a:extLst>
          </p:cNvPr>
          <p:cNvSpPr txBox="1">
            <a:spLocks/>
          </p:cNvSpPr>
          <p:nvPr userDrawn="1"/>
        </p:nvSpPr>
        <p:spPr>
          <a:xfrm>
            <a:off x="3336228" y="4431041"/>
            <a:ext cx="456010" cy="608462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247472-31B1-305F-63B7-44210745D461}"/>
              </a:ext>
            </a:extLst>
          </p:cNvPr>
          <p:cNvSpPr/>
          <p:nvPr userDrawn="1"/>
        </p:nvSpPr>
        <p:spPr>
          <a:xfrm>
            <a:off x="0" y="0"/>
            <a:ext cx="303276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/>
          </a:p>
        </p:txBody>
      </p:sp>
    </p:spTree>
    <p:extLst>
      <p:ext uri="{BB962C8B-B14F-4D97-AF65-F5344CB8AC3E}">
        <p14:creationId xmlns:p14="http://schemas.microsoft.com/office/powerpoint/2010/main" val="382133916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pt lis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B9417A6-92A5-4D45-A713-D3A7D495A36B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0919440-137F-FE47-AB91-79FF641736D6}"/>
              </a:ext>
            </a:extLst>
          </p:cNvPr>
          <p:cNvSpPr/>
          <p:nvPr/>
        </p:nvSpPr>
        <p:spPr>
          <a:xfrm>
            <a:off x="3335890" y="817545"/>
            <a:ext cx="456347" cy="60846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97EC7BF-FC77-6D4D-9E09-787CB4153722}"/>
              </a:ext>
            </a:extLst>
          </p:cNvPr>
          <p:cNvSpPr/>
          <p:nvPr/>
        </p:nvSpPr>
        <p:spPr>
          <a:xfrm>
            <a:off x="3335890" y="2602242"/>
            <a:ext cx="456347" cy="60846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0C2C80C-913D-5A4C-A7EB-169A9DF95473}"/>
              </a:ext>
            </a:extLst>
          </p:cNvPr>
          <p:cNvSpPr/>
          <p:nvPr/>
        </p:nvSpPr>
        <p:spPr>
          <a:xfrm>
            <a:off x="3335890" y="4421469"/>
            <a:ext cx="456347" cy="60846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n-US" sz="18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F3F3EC6E-0076-CE4E-979D-D4023EB9EC35}"/>
              </a:ext>
            </a:extLst>
          </p:cNvPr>
          <p:cNvSpPr txBox="1">
            <a:spLocks/>
          </p:cNvSpPr>
          <p:nvPr/>
        </p:nvSpPr>
        <p:spPr>
          <a:xfrm>
            <a:off x="3336227" y="833643"/>
            <a:ext cx="456010" cy="608462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1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9B787678-B3D8-A940-87B0-916EA194F204}"/>
              </a:ext>
            </a:extLst>
          </p:cNvPr>
          <p:cNvSpPr txBox="1">
            <a:spLocks/>
          </p:cNvSpPr>
          <p:nvPr/>
        </p:nvSpPr>
        <p:spPr>
          <a:xfrm>
            <a:off x="3336227" y="2612401"/>
            <a:ext cx="456010" cy="608462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2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D124B348-B72B-E34E-8304-DA8C62912B18}"/>
              </a:ext>
            </a:extLst>
          </p:cNvPr>
          <p:cNvSpPr txBox="1">
            <a:spLocks/>
          </p:cNvSpPr>
          <p:nvPr/>
        </p:nvSpPr>
        <p:spPr>
          <a:xfrm>
            <a:off x="3336227" y="4431041"/>
            <a:ext cx="456010" cy="608462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3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56863DB-D6B5-6027-C789-E55DAECF10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8" y="1597735"/>
            <a:ext cx="2275928" cy="1925644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List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84FD09-345A-0112-EE14-4693BA170A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6997" y="901735"/>
            <a:ext cx="4597919" cy="445171"/>
          </a:xfrm>
        </p:spPr>
        <p:txBody>
          <a:bodyPr>
            <a:normAutofit/>
          </a:bodyPr>
          <a:lstStyle>
            <a:lvl1pPr marL="0" indent="0">
              <a:buNone/>
              <a:defRPr sz="1500" b="1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5FAB629F-588F-7BD7-6C08-58641F114C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53259" y="2755058"/>
            <a:ext cx="4597919" cy="445171"/>
          </a:xfrm>
        </p:spPr>
        <p:txBody>
          <a:bodyPr>
            <a:normAutofit/>
          </a:bodyPr>
          <a:lstStyle>
            <a:lvl1pPr marL="0" indent="0">
              <a:buNone/>
              <a:defRPr sz="1500" b="1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5D2D0E31-664A-58C6-0EB6-3473D9CDD39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53259" y="4561079"/>
            <a:ext cx="4597919" cy="445171"/>
          </a:xfrm>
        </p:spPr>
        <p:txBody>
          <a:bodyPr>
            <a:normAutofit/>
          </a:bodyPr>
          <a:lstStyle>
            <a:lvl1pPr marL="0" indent="0">
              <a:buNone/>
              <a:defRPr sz="1500" b="1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FE85EEEA-9629-3198-5B0E-0C3BE62851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53258" y="1417093"/>
            <a:ext cx="4597919" cy="1131967"/>
          </a:xfrm>
        </p:spPr>
        <p:txBody>
          <a:bodyPr>
            <a:normAutofit/>
          </a:bodyPr>
          <a:lstStyle>
            <a:lvl1pPr marL="0" indent="0">
              <a:buNone/>
              <a:defRPr sz="1350" b="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mi, in porta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magna,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ipsum dolor (20 words).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273ECD74-311B-4ACA-5B2C-202CF80184D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44465" y="3266056"/>
            <a:ext cx="4597919" cy="1131967"/>
          </a:xfrm>
        </p:spPr>
        <p:txBody>
          <a:bodyPr>
            <a:normAutofit/>
          </a:bodyPr>
          <a:lstStyle>
            <a:lvl1pPr marL="0" indent="0">
              <a:buNone/>
              <a:defRPr sz="1350" b="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mi, in porta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magna,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ipsum dolor (20 words).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A67952CC-C546-BC25-A4BA-C25A63458F1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53257" y="5075522"/>
            <a:ext cx="4597919" cy="1131967"/>
          </a:xfrm>
        </p:spPr>
        <p:txBody>
          <a:bodyPr>
            <a:normAutofit/>
          </a:bodyPr>
          <a:lstStyle>
            <a:lvl1pPr marL="0" indent="0">
              <a:buNone/>
              <a:defRPr sz="1350" b="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mi, in porta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magna,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ipsum dolor (20 words).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0B45CB-4C00-E5D0-37FA-B8B5BE7E31FD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F6BDB1-788F-8A10-664F-E1DBAB3E7677}"/>
              </a:ext>
            </a:extLst>
          </p:cNvPr>
          <p:cNvSpPr/>
          <p:nvPr userDrawn="1"/>
        </p:nvSpPr>
        <p:spPr>
          <a:xfrm>
            <a:off x="3335890" y="817546"/>
            <a:ext cx="456347" cy="60846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08D8B43-2A08-6313-7025-BB6FA16929AF}"/>
              </a:ext>
            </a:extLst>
          </p:cNvPr>
          <p:cNvSpPr/>
          <p:nvPr userDrawn="1"/>
        </p:nvSpPr>
        <p:spPr>
          <a:xfrm>
            <a:off x="3335890" y="2602242"/>
            <a:ext cx="456347" cy="60846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62748A7-CAB7-1A1E-05F5-15577D7D339F}"/>
              </a:ext>
            </a:extLst>
          </p:cNvPr>
          <p:cNvSpPr/>
          <p:nvPr userDrawn="1"/>
        </p:nvSpPr>
        <p:spPr>
          <a:xfrm>
            <a:off x="3335890" y="4421470"/>
            <a:ext cx="456347" cy="60846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n-US" sz="18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3CB8F994-5F0B-9DC8-AF1F-A841EFF04BBF}"/>
              </a:ext>
            </a:extLst>
          </p:cNvPr>
          <p:cNvSpPr txBox="1">
            <a:spLocks/>
          </p:cNvSpPr>
          <p:nvPr userDrawn="1"/>
        </p:nvSpPr>
        <p:spPr>
          <a:xfrm>
            <a:off x="3336228" y="833643"/>
            <a:ext cx="456010" cy="608462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1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15D364E-8E4E-8CEE-459C-AD122B0CBE66}"/>
              </a:ext>
            </a:extLst>
          </p:cNvPr>
          <p:cNvSpPr txBox="1">
            <a:spLocks/>
          </p:cNvSpPr>
          <p:nvPr userDrawn="1"/>
        </p:nvSpPr>
        <p:spPr>
          <a:xfrm>
            <a:off x="3336228" y="2612401"/>
            <a:ext cx="456010" cy="608462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2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5AB1199A-B029-25C6-B4D6-0C656DA669AF}"/>
              </a:ext>
            </a:extLst>
          </p:cNvPr>
          <p:cNvSpPr txBox="1">
            <a:spLocks/>
          </p:cNvSpPr>
          <p:nvPr userDrawn="1"/>
        </p:nvSpPr>
        <p:spPr>
          <a:xfrm>
            <a:off x="3336228" y="4431041"/>
            <a:ext cx="456010" cy="608462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85063279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pt list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FBE2A17-657B-7544-A532-10FC95F7F77A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F310644-A0DF-6D4B-B698-87D5FCCB927F}"/>
              </a:ext>
            </a:extLst>
          </p:cNvPr>
          <p:cNvSpPr/>
          <p:nvPr/>
        </p:nvSpPr>
        <p:spPr>
          <a:xfrm>
            <a:off x="3335890" y="817545"/>
            <a:ext cx="456347" cy="60846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780A813-5D49-5646-84B4-1A027C726D38}"/>
              </a:ext>
            </a:extLst>
          </p:cNvPr>
          <p:cNvSpPr/>
          <p:nvPr/>
        </p:nvSpPr>
        <p:spPr>
          <a:xfrm>
            <a:off x="3335890" y="2602242"/>
            <a:ext cx="456347" cy="60846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BF6C249-561B-6C47-BB3C-C763F51DBE87}"/>
              </a:ext>
            </a:extLst>
          </p:cNvPr>
          <p:cNvSpPr/>
          <p:nvPr/>
        </p:nvSpPr>
        <p:spPr>
          <a:xfrm>
            <a:off x="3335890" y="4421469"/>
            <a:ext cx="456347" cy="60846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n-US" sz="18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E39A31C5-B1DF-9047-9D34-A36E09415607}"/>
              </a:ext>
            </a:extLst>
          </p:cNvPr>
          <p:cNvSpPr txBox="1">
            <a:spLocks/>
          </p:cNvSpPr>
          <p:nvPr/>
        </p:nvSpPr>
        <p:spPr>
          <a:xfrm>
            <a:off x="3336227" y="833643"/>
            <a:ext cx="456010" cy="608462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1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D8A6DE10-9EAE-4942-8DE1-286CE0BF74B6}"/>
              </a:ext>
            </a:extLst>
          </p:cNvPr>
          <p:cNvSpPr txBox="1">
            <a:spLocks/>
          </p:cNvSpPr>
          <p:nvPr/>
        </p:nvSpPr>
        <p:spPr>
          <a:xfrm>
            <a:off x="3336227" y="2612401"/>
            <a:ext cx="456010" cy="608462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2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E8262D16-47D1-4F4F-9102-671FBF8B49A6}"/>
              </a:ext>
            </a:extLst>
          </p:cNvPr>
          <p:cNvSpPr txBox="1">
            <a:spLocks/>
          </p:cNvSpPr>
          <p:nvPr/>
        </p:nvSpPr>
        <p:spPr>
          <a:xfrm>
            <a:off x="3336227" y="4431041"/>
            <a:ext cx="456010" cy="608462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3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BAD70C8-B2AD-4F94-082B-BD5000A9ED4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8" y="1597735"/>
            <a:ext cx="2275928" cy="1925644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List title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24A859B-1914-22D1-6248-2C8A9A1417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6997" y="901735"/>
            <a:ext cx="4597919" cy="445171"/>
          </a:xfrm>
        </p:spPr>
        <p:txBody>
          <a:bodyPr>
            <a:normAutofit/>
          </a:bodyPr>
          <a:lstStyle>
            <a:lvl1pPr marL="0" indent="0">
              <a:buNone/>
              <a:defRPr sz="1500" b="1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EA3912-7301-D2CB-C311-25AE797F8A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53259" y="2755058"/>
            <a:ext cx="4597919" cy="445171"/>
          </a:xfrm>
        </p:spPr>
        <p:txBody>
          <a:bodyPr>
            <a:normAutofit/>
          </a:bodyPr>
          <a:lstStyle>
            <a:lvl1pPr marL="0" indent="0">
              <a:buNone/>
              <a:defRPr sz="1500" b="1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7CBBC5-33A1-96A6-303E-7B37C06201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53259" y="4561079"/>
            <a:ext cx="4597919" cy="445171"/>
          </a:xfrm>
        </p:spPr>
        <p:txBody>
          <a:bodyPr>
            <a:normAutofit/>
          </a:bodyPr>
          <a:lstStyle>
            <a:lvl1pPr marL="0" indent="0">
              <a:buNone/>
              <a:defRPr sz="1500" b="1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255051D-DBB9-E309-3FE5-B19EB6540C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53258" y="1417093"/>
            <a:ext cx="4597919" cy="1131967"/>
          </a:xfrm>
        </p:spPr>
        <p:txBody>
          <a:bodyPr>
            <a:normAutofit/>
          </a:bodyPr>
          <a:lstStyle>
            <a:lvl1pPr marL="0" indent="0">
              <a:buNone/>
              <a:defRPr sz="1350" b="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mi, in porta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magna,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ipsum dolor (20 words).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6AE66E37-362E-DCE5-1A4B-C523B8955C9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44465" y="3266056"/>
            <a:ext cx="4597919" cy="1131967"/>
          </a:xfrm>
        </p:spPr>
        <p:txBody>
          <a:bodyPr>
            <a:normAutofit/>
          </a:bodyPr>
          <a:lstStyle>
            <a:lvl1pPr marL="0" indent="0">
              <a:buNone/>
              <a:defRPr sz="1350" b="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mi, in porta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magna,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ipsum dolor (20 words).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0A41F296-79B7-1E25-658A-074A5E76A3C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53257" y="5075522"/>
            <a:ext cx="4597919" cy="1131967"/>
          </a:xfrm>
        </p:spPr>
        <p:txBody>
          <a:bodyPr>
            <a:normAutofit/>
          </a:bodyPr>
          <a:lstStyle>
            <a:lvl1pPr marL="0" indent="0">
              <a:buNone/>
              <a:defRPr sz="1350" b="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mi, in porta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magna,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ipsum dolor (20 words).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DCD28C-D4BE-9D5C-228E-0982A9C6A9E3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C08663A-51E5-F929-38FB-CC2035D41FFD}"/>
              </a:ext>
            </a:extLst>
          </p:cNvPr>
          <p:cNvSpPr/>
          <p:nvPr userDrawn="1"/>
        </p:nvSpPr>
        <p:spPr>
          <a:xfrm>
            <a:off x="3335890" y="817546"/>
            <a:ext cx="456347" cy="60846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31042D9-BB8C-3D9C-D301-9A55D19D6288}"/>
              </a:ext>
            </a:extLst>
          </p:cNvPr>
          <p:cNvSpPr/>
          <p:nvPr userDrawn="1"/>
        </p:nvSpPr>
        <p:spPr>
          <a:xfrm>
            <a:off x="3335890" y="2602242"/>
            <a:ext cx="456347" cy="60846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E640221-615A-11C1-BCE4-CDF814B36108}"/>
              </a:ext>
            </a:extLst>
          </p:cNvPr>
          <p:cNvSpPr/>
          <p:nvPr userDrawn="1"/>
        </p:nvSpPr>
        <p:spPr>
          <a:xfrm>
            <a:off x="3335890" y="4421470"/>
            <a:ext cx="456347" cy="60846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n-US" sz="18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A57F377-AA67-79EB-A15A-B606A55D58ED}"/>
              </a:ext>
            </a:extLst>
          </p:cNvPr>
          <p:cNvSpPr txBox="1">
            <a:spLocks/>
          </p:cNvSpPr>
          <p:nvPr userDrawn="1"/>
        </p:nvSpPr>
        <p:spPr>
          <a:xfrm>
            <a:off x="3336228" y="833643"/>
            <a:ext cx="456010" cy="608462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1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D0D498AC-D6B6-0327-9868-0BE7F816F547}"/>
              </a:ext>
            </a:extLst>
          </p:cNvPr>
          <p:cNvSpPr txBox="1">
            <a:spLocks/>
          </p:cNvSpPr>
          <p:nvPr userDrawn="1"/>
        </p:nvSpPr>
        <p:spPr>
          <a:xfrm>
            <a:off x="3336228" y="2612401"/>
            <a:ext cx="456010" cy="608462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2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C1BC81DA-204A-A9FF-FF0B-A5A4825C11E5}"/>
              </a:ext>
            </a:extLst>
          </p:cNvPr>
          <p:cNvSpPr txBox="1">
            <a:spLocks/>
          </p:cNvSpPr>
          <p:nvPr userDrawn="1"/>
        </p:nvSpPr>
        <p:spPr>
          <a:xfrm>
            <a:off x="3336228" y="4431041"/>
            <a:ext cx="456010" cy="608462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41869667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/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8DD85CD-E454-D844-B746-960822B4C1BB}"/>
              </a:ext>
            </a:extLst>
          </p:cNvPr>
          <p:cNvSpPr/>
          <p:nvPr/>
        </p:nvSpPr>
        <p:spPr>
          <a:xfrm>
            <a:off x="0" y="0"/>
            <a:ext cx="303276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4A8B79D-0B82-ACB3-7A34-3A7C177B24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8" y="1597735"/>
            <a:ext cx="2275928" cy="1166486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Slide for chart/media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93E01035-AC16-5D9D-BB56-2DBB6548A6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489" y="3185056"/>
            <a:ext cx="2273207" cy="266700"/>
          </a:xfrm>
        </p:spPr>
        <p:txBody>
          <a:bodyPr>
            <a:noAutofit/>
          </a:bodyPr>
          <a:lstStyle>
            <a:lvl1pPr marL="0" indent="0">
              <a:buNone/>
              <a:defRPr sz="135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17145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C541D16-07B5-CEFB-46AA-FE87B3F76EC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032760" y="10510"/>
            <a:ext cx="6111240" cy="6858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EC4DD95-2290-017A-2638-2B55946465E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0102" y="6003579"/>
            <a:ext cx="2276475" cy="450850"/>
          </a:xfrm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900" dirty="0"/>
              <a:t>Caption caption caption.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2EAEB3-3A8E-1FD8-38A9-9C0CF0CF4435}"/>
              </a:ext>
            </a:extLst>
          </p:cNvPr>
          <p:cNvSpPr/>
          <p:nvPr userDrawn="1"/>
        </p:nvSpPr>
        <p:spPr>
          <a:xfrm>
            <a:off x="0" y="0"/>
            <a:ext cx="303276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 dirty="0"/>
          </a:p>
        </p:txBody>
      </p:sp>
    </p:spTree>
    <p:extLst>
      <p:ext uri="{BB962C8B-B14F-4D97-AF65-F5344CB8AC3E}">
        <p14:creationId xmlns:p14="http://schemas.microsoft.com/office/powerpoint/2010/main" val="136311808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/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5403BAF-8064-9D4D-B627-E575B23C3971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BA9E666-5333-B228-F289-EB89438A32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7" y="704356"/>
            <a:ext cx="5883430" cy="753384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Content slide title</a:t>
            </a:r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5F2A352D-7846-8FD4-DEB2-9F742C5B187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56379" y="1600200"/>
            <a:ext cx="8187042" cy="4553445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027432-DE6F-9076-F805-0393B0EC3852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/>
          </a:p>
        </p:txBody>
      </p:sp>
    </p:spTree>
    <p:extLst>
      <p:ext uri="{BB962C8B-B14F-4D97-AF65-F5344CB8AC3E}">
        <p14:creationId xmlns:p14="http://schemas.microsoft.com/office/powerpoint/2010/main" val="242439930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rec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D81BCBC-0367-4043-A17A-20E62CF65918}"/>
              </a:ext>
            </a:extLst>
          </p:cNvPr>
          <p:cNvSpPr/>
          <p:nvPr/>
        </p:nvSpPr>
        <p:spPr>
          <a:xfrm>
            <a:off x="0" y="0"/>
            <a:ext cx="303276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A4F90568-D3B2-1F40-8DC9-262A48264FEF}"/>
              </a:ext>
            </a:extLst>
          </p:cNvPr>
          <p:cNvSpPr txBox="1">
            <a:spLocks/>
          </p:cNvSpPr>
          <p:nvPr/>
        </p:nvSpPr>
        <p:spPr>
          <a:xfrm>
            <a:off x="3618481" y="2819401"/>
            <a:ext cx="728357" cy="12163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68580" tIns="34290" rIns="68580" bIns="3429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50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9C07D354-C51C-B54D-8884-6560A6028AED}"/>
              </a:ext>
            </a:extLst>
          </p:cNvPr>
          <p:cNvSpPr txBox="1">
            <a:spLocks/>
          </p:cNvSpPr>
          <p:nvPr/>
        </p:nvSpPr>
        <p:spPr>
          <a:xfrm>
            <a:off x="4895548" y="2819401"/>
            <a:ext cx="728357" cy="12163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68580" tIns="34290" rIns="68580" bIns="3429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50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56D35143-93D3-0949-8861-03292FABE953}"/>
              </a:ext>
            </a:extLst>
          </p:cNvPr>
          <p:cNvSpPr txBox="1">
            <a:spLocks/>
          </p:cNvSpPr>
          <p:nvPr/>
        </p:nvSpPr>
        <p:spPr>
          <a:xfrm>
            <a:off x="6172614" y="2819401"/>
            <a:ext cx="728357" cy="12163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68580" tIns="34290" rIns="68580" bIns="3429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50" dirty="0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FF524225-5BB0-124A-ABD9-A60478C10D3A}"/>
              </a:ext>
            </a:extLst>
          </p:cNvPr>
          <p:cNvSpPr txBox="1">
            <a:spLocks/>
          </p:cNvSpPr>
          <p:nvPr/>
        </p:nvSpPr>
        <p:spPr>
          <a:xfrm>
            <a:off x="7449680" y="2819401"/>
            <a:ext cx="728357" cy="12163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68580" tIns="34290" rIns="68580" bIns="3429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50" dirty="0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A2B5C3E6-BBA3-4D4F-A674-8F4373A8D93D}"/>
              </a:ext>
            </a:extLst>
          </p:cNvPr>
          <p:cNvSpPr txBox="1">
            <a:spLocks/>
          </p:cNvSpPr>
          <p:nvPr/>
        </p:nvSpPr>
        <p:spPr>
          <a:xfrm>
            <a:off x="3618481" y="4655076"/>
            <a:ext cx="728357" cy="12163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68580" tIns="34290" rIns="68580" bIns="3429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50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D3A80712-E69D-1B41-915C-FFBF05872D20}"/>
              </a:ext>
            </a:extLst>
          </p:cNvPr>
          <p:cNvSpPr txBox="1">
            <a:spLocks/>
          </p:cNvSpPr>
          <p:nvPr/>
        </p:nvSpPr>
        <p:spPr>
          <a:xfrm>
            <a:off x="4895548" y="4655076"/>
            <a:ext cx="728357" cy="12163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68580" tIns="34290" rIns="68580" bIns="3429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50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E0FF61B7-809A-8345-8821-F382ADDBCD07}"/>
              </a:ext>
            </a:extLst>
          </p:cNvPr>
          <p:cNvSpPr txBox="1">
            <a:spLocks/>
          </p:cNvSpPr>
          <p:nvPr/>
        </p:nvSpPr>
        <p:spPr>
          <a:xfrm>
            <a:off x="6172614" y="4655076"/>
            <a:ext cx="728357" cy="12163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68580" tIns="34290" rIns="68580" bIns="3429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50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82E08892-BAEB-A840-8C51-D08E5AEC92B8}"/>
              </a:ext>
            </a:extLst>
          </p:cNvPr>
          <p:cNvSpPr txBox="1">
            <a:spLocks/>
          </p:cNvSpPr>
          <p:nvPr/>
        </p:nvSpPr>
        <p:spPr>
          <a:xfrm>
            <a:off x="7449680" y="4655076"/>
            <a:ext cx="728357" cy="12163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68580" tIns="34290" rIns="68580" bIns="3429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50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4129317-2D3C-BF1C-5B84-1A30CF6AD4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27026" y="1597736"/>
            <a:ext cx="2645588" cy="865766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tx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Slide title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A0160E80-D3A3-7946-2067-4ACB35711C3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35742" y="4144945"/>
            <a:ext cx="1314078" cy="256737"/>
          </a:xfrm>
        </p:spPr>
        <p:txBody>
          <a:bodyPr>
            <a:normAutofit/>
          </a:bodyPr>
          <a:lstStyle>
            <a:lvl1pPr marL="0" indent="0">
              <a:buNone/>
              <a:defRPr sz="900" b="1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900" dirty="0" err="1"/>
              <a:t>Firstname</a:t>
            </a:r>
            <a:r>
              <a:rPr lang="en-US" sz="900" dirty="0"/>
              <a:t> </a:t>
            </a:r>
            <a:r>
              <a:rPr lang="en-US" sz="900" dirty="0" err="1"/>
              <a:t>Lastname</a:t>
            </a:r>
            <a:endParaRPr lang="en-US" sz="900" dirty="0"/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559736B7-D5CA-9203-776E-1BDF6B05755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35742" y="4349712"/>
            <a:ext cx="1314078" cy="256737"/>
          </a:xfrm>
        </p:spPr>
        <p:txBody>
          <a:bodyPr>
            <a:normAutofit/>
          </a:bodyPr>
          <a:lstStyle>
            <a:lvl1pPr marL="0" indent="0"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900" dirty="0"/>
              <a:t>Title</a:t>
            </a:r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5E4F741A-2685-C01F-2CBC-07FC9155DC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18161" y="4144945"/>
            <a:ext cx="1314078" cy="256737"/>
          </a:xfrm>
        </p:spPr>
        <p:txBody>
          <a:bodyPr>
            <a:normAutofit/>
          </a:bodyPr>
          <a:lstStyle>
            <a:lvl1pPr marL="0" indent="0">
              <a:buNone/>
              <a:defRPr sz="900" b="1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900" dirty="0" err="1"/>
              <a:t>Firstname</a:t>
            </a:r>
            <a:r>
              <a:rPr lang="en-US" sz="900" dirty="0"/>
              <a:t> </a:t>
            </a:r>
            <a:r>
              <a:rPr lang="en-US" sz="900" dirty="0" err="1"/>
              <a:t>Lastname</a:t>
            </a:r>
            <a:endParaRPr lang="en-US" sz="900" dirty="0"/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3BC247D1-0D90-C9CF-575B-71764C2AF66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18161" y="4349712"/>
            <a:ext cx="1314078" cy="256737"/>
          </a:xfrm>
        </p:spPr>
        <p:txBody>
          <a:bodyPr>
            <a:normAutofit/>
          </a:bodyPr>
          <a:lstStyle>
            <a:lvl1pPr marL="0" indent="0"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900" dirty="0"/>
              <a:t>Title</a:t>
            </a:r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76264121-3AC0-4A8F-DD2F-9CCB98076D0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0226" y="4144945"/>
            <a:ext cx="1314078" cy="256737"/>
          </a:xfrm>
        </p:spPr>
        <p:txBody>
          <a:bodyPr>
            <a:normAutofit/>
          </a:bodyPr>
          <a:lstStyle>
            <a:lvl1pPr marL="0" indent="0">
              <a:buNone/>
              <a:defRPr sz="900" b="1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900" dirty="0" err="1"/>
              <a:t>Firstname</a:t>
            </a:r>
            <a:r>
              <a:rPr lang="en-US" sz="900" dirty="0"/>
              <a:t> </a:t>
            </a:r>
            <a:r>
              <a:rPr lang="en-US" sz="900" dirty="0" err="1"/>
              <a:t>Lastname</a:t>
            </a:r>
            <a:endParaRPr lang="en-US" sz="900" dirty="0"/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EF80DE8A-79A9-6D73-6983-B2363E8C6AC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00226" y="4349712"/>
            <a:ext cx="1314078" cy="256737"/>
          </a:xfrm>
        </p:spPr>
        <p:txBody>
          <a:bodyPr>
            <a:normAutofit/>
          </a:bodyPr>
          <a:lstStyle>
            <a:lvl1pPr marL="0" indent="0"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900" dirty="0"/>
              <a:t>Title</a:t>
            </a:r>
          </a:p>
        </p:txBody>
      </p:sp>
      <p:sp>
        <p:nvSpPr>
          <p:cNvPr id="29" name="Text Placeholder 13">
            <a:extLst>
              <a:ext uri="{FF2B5EF4-FFF2-40B4-BE49-F238E27FC236}">
                <a16:creationId xmlns:a16="http://schemas.microsoft.com/office/drawing/2014/main" id="{C858897D-89E1-E058-E99D-C716DAE8A16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369087" y="4144945"/>
            <a:ext cx="1314078" cy="256737"/>
          </a:xfrm>
        </p:spPr>
        <p:txBody>
          <a:bodyPr>
            <a:normAutofit/>
          </a:bodyPr>
          <a:lstStyle>
            <a:lvl1pPr marL="0" indent="0">
              <a:buNone/>
              <a:defRPr sz="900" b="1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900" dirty="0" err="1"/>
              <a:t>Firstname</a:t>
            </a:r>
            <a:r>
              <a:rPr lang="en-US" sz="900" dirty="0"/>
              <a:t> </a:t>
            </a:r>
            <a:r>
              <a:rPr lang="en-US" sz="900" dirty="0" err="1"/>
              <a:t>Lastname</a:t>
            </a:r>
            <a:endParaRPr lang="en-US" sz="900" dirty="0"/>
          </a:p>
        </p:txBody>
      </p:sp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344AC905-828F-DB53-DF45-C0D99AC8873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369087" y="4349712"/>
            <a:ext cx="1314078" cy="256737"/>
          </a:xfrm>
        </p:spPr>
        <p:txBody>
          <a:bodyPr>
            <a:normAutofit/>
          </a:bodyPr>
          <a:lstStyle>
            <a:lvl1pPr marL="0" indent="0"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900" dirty="0"/>
              <a:t>Title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934631C4-F0C0-4BA1-7F36-BC0B82A5EE8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44535" y="5995516"/>
            <a:ext cx="1314078" cy="256737"/>
          </a:xfrm>
        </p:spPr>
        <p:txBody>
          <a:bodyPr>
            <a:normAutofit/>
          </a:bodyPr>
          <a:lstStyle>
            <a:lvl1pPr marL="0" indent="0">
              <a:buNone/>
              <a:defRPr sz="900" b="1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900" dirty="0" err="1"/>
              <a:t>Firstname</a:t>
            </a:r>
            <a:r>
              <a:rPr lang="en-US" sz="900" dirty="0"/>
              <a:t> </a:t>
            </a:r>
            <a:r>
              <a:rPr lang="en-US" sz="900" dirty="0" err="1"/>
              <a:t>Lastname</a:t>
            </a:r>
            <a:endParaRPr lang="en-US" sz="900" dirty="0"/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D21B8C51-D844-4AB2-88E8-60AAD54F8FF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44535" y="6200283"/>
            <a:ext cx="1314078" cy="256737"/>
          </a:xfrm>
        </p:spPr>
        <p:txBody>
          <a:bodyPr>
            <a:normAutofit/>
          </a:bodyPr>
          <a:lstStyle>
            <a:lvl1pPr marL="0" indent="0"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900" dirty="0"/>
              <a:t>Title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A01C2E5-335D-9A94-4DF2-AA425FA4B87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26954" y="5995516"/>
            <a:ext cx="1314078" cy="256737"/>
          </a:xfrm>
        </p:spPr>
        <p:txBody>
          <a:bodyPr>
            <a:normAutofit/>
          </a:bodyPr>
          <a:lstStyle>
            <a:lvl1pPr marL="0" indent="0">
              <a:buNone/>
              <a:defRPr sz="900" b="1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900" dirty="0" err="1"/>
              <a:t>Firstname</a:t>
            </a:r>
            <a:r>
              <a:rPr lang="en-US" sz="900" dirty="0"/>
              <a:t> </a:t>
            </a:r>
            <a:r>
              <a:rPr lang="en-US" sz="900" dirty="0" err="1"/>
              <a:t>Lastname</a:t>
            </a:r>
            <a:endParaRPr lang="en-US" sz="900" dirty="0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0496F0D6-3220-9B0A-A01A-BED4A76B557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26954" y="6200283"/>
            <a:ext cx="1314078" cy="256737"/>
          </a:xfrm>
        </p:spPr>
        <p:txBody>
          <a:bodyPr>
            <a:normAutofit/>
          </a:bodyPr>
          <a:lstStyle>
            <a:lvl1pPr marL="0" indent="0"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900" dirty="0"/>
              <a:t>Title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6916F8E2-7406-DA21-DAFE-F9CB3134D42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09019" y="5995516"/>
            <a:ext cx="1314078" cy="256737"/>
          </a:xfrm>
        </p:spPr>
        <p:txBody>
          <a:bodyPr>
            <a:normAutofit/>
          </a:bodyPr>
          <a:lstStyle>
            <a:lvl1pPr marL="0" indent="0">
              <a:buNone/>
              <a:defRPr sz="900" b="1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900" dirty="0" err="1"/>
              <a:t>Firstname</a:t>
            </a:r>
            <a:r>
              <a:rPr lang="en-US" sz="900" dirty="0"/>
              <a:t> </a:t>
            </a:r>
            <a:r>
              <a:rPr lang="en-US" sz="900" dirty="0" err="1"/>
              <a:t>Lastname</a:t>
            </a:r>
            <a:endParaRPr lang="en-US" sz="900" dirty="0"/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4A4E4F4D-8295-37F0-A2BB-D69F44BBA5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09019" y="6200283"/>
            <a:ext cx="1314078" cy="256737"/>
          </a:xfrm>
        </p:spPr>
        <p:txBody>
          <a:bodyPr>
            <a:normAutofit/>
          </a:bodyPr>
          <a:lstStyle>
            <a:lvl1pPr marL="0" indent="0"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900" dirty="0"/>
              <a:t>Title</a:t>
            </a:r>
          </a:p>
        </p:txBody>
      </p:sp>
      <p:sp>
        <p:nvSpPr>
          <p:cNvPr id="37" name="Text Placeholder 13">
            <a:extLst>
              <a:ext uri="{FF2B5EF4-FFF2-40B4-BE49-F238E27FC236}">
                <a16:creationId xmlns:a16="http://schemas.microsoft.com/office/drawing/2014/main" id="{21060C48-0BA8-22D6-03F5-194B3E9D73B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77881" y="5995516"/>
            <a:ext cx="1314078" cy="256737"/>
          </a:xfrm>
        </p:spPr>
        <p:txBody>
          <a:bodyPr>
            <a:normAutofit/>
          </a:bodyPr>
          <a:lstStyle>
            <a:lvl1pPr marL="0" indent="0">
              <a:buNone/>
              <a:defRPr sz="900" b="1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900" dirty="0" err="1"/>
              <a:t>Firstname</a:t>
            </a:r>
            <a:r>
              <a:rPr lang="en-US" sz="900" dirty="0"/>
              <a:t> </a:t>
            </a:r>
            <a:r>
              <a:rPr lang="en-US" sz="900" dirty="0" err="1"/>
              <a:t>Lastname</a:t>
            </a:r>
            <a:endParaRPr lang="en-US" sz="900" dirty="0"/>
          </a:p>
        </p:txBody>
      </p:sp>
      <p:sp>
        <p:nvSpPr>
          <p:cNvPr id="38" name="Text Placeholder 13">
            <a:extLst>
              <a:ext uri="{FF2B5EF4-FFF2-40B4-BE49-F238E27FC236}">
                <a16:creationId xmlns:a16="http://schemas.microsoft.com/office/drawing/2014/main" id="{79070A9F-679F-7178-AFFE-E98DA00D019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377881" y="6200283"/>
            <a:ext cx="1314078" cy="256737"/>
          </a:xfrm>
        </p:spPr>
        <p:txBody>
          <a:bodyPr>
            <a:normAutofit/>
          </a:bodyPr>
          <a:lstStyle>
            <a:lvl1pPr marL="0" indent="0"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900" dirty="0"/>
              <a:t>Title</a:t>
            </a:r>
          </a:p>
        </p:txBody>
      </p:sp>
      <p:sp>
        <p:nvSpPr>
          <p:cNvPr id="39" name="Picture Placeholder 11">
            <a:extLst>
              <a:ext uri="{FF2B5EF4-FFF2-40B4-BE49-F238E27FC236}">
                <a16:creationId xmlns:a16="http://schemas.microsoft.com/office/drawing/2014/main" id="{6A722B91-97DA-E78C-123D-87754054A99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18481" y="2819401"/>
            <a:ext cx="728357" cy="1216335"/>
          </a:xfrm>
        </p:spPr>
        <p:txBody>
          <a:bodyPr>
            <a:normAutofit/>
          </a:bodyPr>
          <a:lstStyle>
            <a:lvl1pPr>
              <a:defRPr sz="900"/>
            </a:lvl1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0" name="Picture Placeholder 11">
            <a:extLst>
              <a:ext uri="{FF2B5EF4-FFF2-40B4-BE49-F238E27FC236}">
                <a16:creationId xmlns:a16="http://schemas.microsoft.com/office/drawing/2014/main" id="{80E93CF9-D6A1-4204-8192-F5A48DBDAD5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895548" y="2826226"/>
            <a:ext cx="728357" cy="1216335"/>
          </a:xfrm>
        </p:spPr>
        <p:txBody>
          <a:bodyPr>
            <a:normAutofit/>
          </a:bodyPr>
          <a:lstStyle>
            <a:lvl1pPr>
              <a:defRPr sz="900"/>
            </a:lvl1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1" name="Picture Placeholder 11">
            <a:extLst>
              <a:ext uri="{FF2B5EF4-FFF2-40B4-BE49-F238E27FC236}">
                <a16:creationId xmlns:a16="http://schemas.microsoft.com/office/drawing/2014/main" id="{07F8EC24-5F6A-54DA-0970-CA0BCFF6CE60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172614" y="2819400"/>
            <a:ext cx="728357" cy="1216335"/>
          </a:xfrm>
        </p:spPr>
        <p:txBody>
          <a:bodyPr>
            <a:normAutofit/>
          </a:bodyPr>
          <a:lstStyle>
            <a:lvl1pPr>
              <a:defRPr sz="900"/>
            </a:lvl1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2" name="Picture Placeholder 11">
            <a:extLst>
              <a:ext uri="{FF2B5EF4-FFF2-40B4-BE49-F238E27FC236}">
                <a16:creationId xmlns:a16="http://schemas.microsoft.com/office/drawing/2014/main" id="{ECAA0A1E-02D3-A80C-B6B5-9DFE99BF633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7449680" y="2819399"/>
            <a:ext cx="728357" cy="1216335"/>
          </a:xfrm>
        </p:spPr>
        <p:txBody>
          <a:bodyPr>
            <a:normAutofit/>
          </a:bodyPr>
          <a:lstStyle>
            <a:lvl1pPr>
              <a:defRPr sz="900"/>
            </a:lvl1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3" name="Picture Placeholder 11">
            <a:extLst>
              <a:ext uri="{FF2B5EF4-FFF2-40B4-BE49-F238E27FC236}">
                <a16:creationId xmlns:a16="http://schemas.microsoft.com/office/drawing/2014/main" id="{632C2437-1449-7B2C-922C-1C36C84EAFA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3618481" y="4666559"/>
            <a:ext cx="728357" cy="1216335"/>
          </a:xfrm>
        </p:spPr>
        <p:txBody>
          <a:bodyPr>
            <a:normAutofit/>
          </a:bodyPr>
          <a:lstStyle>
            <a:lvl1pPr>
              <a:defRPr sz="900"/>
            </a:lvl1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4" name="Picture Placeholder 11">
            <a:extLst>
              <a:ext uri="{FF2B5EF4-FFF2-40B4-BE49-F238E27FC236}">
                <a16:creationId xmlns:a16="http://schemas.microsoft.com/office/drawing/2014/main" id="{4E432266-FED0-FD3A-CA21-BED41166E0F7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895548" y="4673384"/>
            <a:ext cx="728357" cy="1216335"/>
          </a:xfrm>
        </p:spPr>
        <p:txBody>
          <a:bodyPr>
            <a:normAutofit/>
          </a:bodyPr>
          <a:lstStyle>
            <a:lvl1pPr>
              <a:defRPr sz="900"/>
            </a:lvl1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5" name="Picture Placeholder 11">
            <a:extLst>
              <a:ext uri="{FF2B5EF4-FFF2-40B4-BE49-F238E27FC236}">
                <a16:creationId xmlns:a16="http://schemas.microsoft.com/office/drawing/2014/main" id="{C6856CC4-C2E0-B109-BB63-7044E72F3A81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172614" y="4666558"/>
            <a:ext cx="728357" cy="1216335"/>
          </a:xfrm>
        </p:spPr>
        <p:txBody>
          <a:bodyPr>
            <a:normAutofit/>
          </a:bodyPr>
          <a:lstStyle>
            <a:lvl1pPr>
              <a:defRPr sz="900"/>
            </a:lvl1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6" name="Picture Placeholder 11">
            <a:extLst>
              <a:ext uri="{FF2B5EF4-FFF2-40B4-BE49-F238E27FC236}">
                <a16:creationId xmlns:a16="http://schemas.microsoft.com/office/drawing/2014/main" id="{206515A9-0840-D221-B501-5117FAFFB67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7449680" y="4666557"/>
            <a:ext cx="728357" cy="1216335"/>
          </a:xfrm>
        </p:spPr>
        <p:txBody>
          <a:bodyPr>
            <a:normAutofit/>
          </a:bodyPr>
          <a:lstStyle>
            <a:lvl1pPr>
              <a:defRPr sz="900"/>
            </a:lvl1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241606-E261-1B89-831F-313C813F4459}"/>
              </a:ext>
            </a:extLst>
          </p:cNvPr>
          <p:cNvSpPr/>
          <p:nvPr userDrawn="1"/>
        </p:nvSpPr>
        <p:spPr>
          <a:xfrm>
            <a:off x="0" y="0"/>
            <a:ext cx="303276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AB363A46-4CA8-1A88-4D19-F80ECE23DD7D}"/>
              </a:ext>
            </a:extLst>
          </p:cNvPr>
          <p:cNvSpPr txBox="1">
            <a:spLocks/>
          </p:cNvSpPr>
          <p:nvPr userDrawn="1"/>
        </p:nvSpPr>
        <p:spPr>
          <a:xfrm>
            <a:off x="3618481" y="2819401"/>
            <a:ext cx="728357" cy="12163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68580" tIns="34290" rIns="68580" bIns="3429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50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E8C05CF4-14B7-C574-C2C3-A3BA35586357}"/>
              </a:ext>
            </a:extLst>
          </p:cNvPr>
          <p:cNvSpPr txBox="1">
            <a:spLocks/>
          </p:cNvSpPr>
          <p:nvPr userDrawn="1"/>
        </p:nvSpPr>
        <p:spPr>
          <a:xfrm>
            <a:off x="4895548" y="2819401"/>
            <a:ext cx="728357" cy="12163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68580" tIns="34290" rIns="68580" bIns="3429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50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4D2C5126-2277-BE10-F1CF-84A9F9E0EC79}"/>
              </a:ext>
            </a:extLst>
          </p:cNvPr>
          <p:cNvSpPr txBox="1">
            <a:spLocks/>
          </p:cNvSpPr>
          <p:nvPr userDrawn="1"/>
        </p:nvSpPr>
        <p:spPr>
          <a:xfrm>
            <a:off x="6172614" y="2819401"/>
            <a:ext cx="728357" cy="12163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68580" tIns="34290" rIns="68580" bIns="3429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50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4C52152E-70D4-15A6-3916-2C72F74096DF}"/>
              </a:ext>
            </a:extLst>
          </p:cNvPr>
          <p:cNvSpPr txBox="1">
            <a:spLocks/>
          </p:cNvSpPr>
          <p:nvPr userDrawn="1"/>
        </p:nvSpPr>
        <p:spPr>
          <a:xfrm>
            <a:off x="7449680" y="2819401"/>
            <a:ext cx="728357" cy="12163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68580" tIns="34290" rIns="68580" bIns="3429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50" dirty="0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EEC7DF6A-23BC-1474-6B95-EB5D4D81CB51}"/>
              </a:ext>
            </a:extLst>
          </p:cNvPr>
          <p:cNvSpPr txBox="1">
            <a:spLocks/>
          </p:cNvSpPr>
          <p:nvPr userDrawn="1"/>
        </p:nvSpPr>
        <p:spPr>
          <a:xfrm>
            <a:off x="3618481" y="4655076"/>
            <a:ext cx="728357" cy="12163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68580" tIns="34290" rIns="68580" bIns="3429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50" dirty="0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23699F6C-AB15-8C91-1F83-E1ED541AB3DE}"/>
              </a:ext>
            </a:extLst>
          </p:cNvPr>
          <p:cNvSpPr txBox="1">
            <a:spLocks/>
          </p:cNvSpPr>
          <p:nvPr userDrawn="1"/>
        </p:nvSpPr>
        <p:spPr>
          <a:xfrm>
            <a:off x="4895548" y="4655076"/>
            <a:ext cx="728357" cy="12163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68580" tIns="34290" rIns="68580" bIns="3429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50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02923E5A-B06C-3343-7291-989082ACDCC7}"/>
              </a:ext>
            </a:extLst>
          </p:cNvPr>
          <p:cNvSpPr txBox="1">
            <a:spLocks/>
          </p:cNvSpPr>
          <p:nvPr userDrawn="1"/>
        </p:nvSpPr>
        <p:spPr>
          <a:xfrm>
            <a:off x="6172614" y="4655076"/>
            <a:ext cx="728357" cy="12163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68580" tIns="34290" rIns="68580" bIns="3429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5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66228858-19AC-BE80-8FB7-B9F14EACECD5}"/>
              </a:ext>
            </a:extLst>
          </p:cNvPr>
          <p:cNvSpPr txBox="1">
            <a:spLocks/>
          </p:cNvSpPr>
          <p:nvPr userDrawn="1"/>
        </p:nvSpPr>
        <p:spPr>
          <a:xfrm>
            <a:off x="7449680" y="4655076"/>
            <a:ext cx="728357" cy="12163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68580" tIns="34290" rIns="68580" bIns="3429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09671779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line pro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290EC4-F404-3546-A207-BBA0505A4F6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28950" y="0"/>
            <a:ext cx="6115050" cy="6858000"/>
          </a:xfrm>
          <a:prstGeom prst="rect">
            <a:avLst/>
          </a:prstGeom>
        </p:spPr>
      </p:pic>
      <p:sp>
        <p:nvSpPr>
          <p:cNvPr id="7" name="Picture Placeholder 15">
            <a:extLst>
              <a:ext uri="{FF2B5EF4-FFF2-40B4-BE49-F238E27FC236}">
                <a16:creationId xmlns:a16="http://schemas.microsoft.com/office/drawing/2014/main" id="{CD2269A2-4CB1-C947-B771-B354BBE1389F}"/>
              </a:ext>
            </a:extLst>
          </p:cNvPr>
          <p:cNvSpPr txBox="1">
            <a:spLocks/>
          </p:cNvSpPr>
          <p:nvPr/>
        </p:nvSpPr>
        <p:spPr>
          <a:xfrm>
            <a:off x="3924301" y="1357461"/>
            <a:ext cx="4220459" cy="3506770"/>
          </a:xfrm>
          <a:prstGeom prst="rect">
            <a:avLst/>
          </a:prstGeom>
          <a:solidFill>
            <a:schemeClr val="bg2"/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aseline="0" dirty="0">
                <a:solidFill>
                  <a:schemeClr val="bg1">
                    <a:lumMod val="75000"/>
                  </a:schemeClr>
                </a:solidFill>
              </a:rPr>
              <a:t>Insert Picture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DE35F10-EC04-E41F-55B8-CC2C32B8B4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8" y="1457886"/>
            <a:ext cx="2275928" cy="137669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tx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Online project slide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B5F65C0B-062C-22A5-F900-8CF70C48D30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488" y="3185056"/>
            <a:ext cx="2344312" cy="266700"/>
          </a:xfrm>
        </p:spPr>
        <p:txBody>
          <a:bodyPr>
            <a:noAutofit/>
          </a:bodyPr>
          <a:lstStyle>
            <a:lvl1pPr marL="0" indent="0">
              <a:buNone/>
              <a:defRPr sz="1350" b="0" i="1" spc="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17145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Find us online</a:t>
            </a:r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DB8010E5-E62D-77DA-FD6C-8AB9E8B9EFC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924301" y="1357461"/>
            <a:ext cx="4220459" cy="350677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17ADC7F-F38C-D0D6-E631-DEF93D8A27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0" y="6448190"/>
            <a:ext cx="2763441" cy="379412"/>
          </a:xfrm>
        </p:spPr>
        <p:txBody>
          <a:bodyPr>
            <a:norm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Website » http://</a:t>
            </a:r>
            <a:r>
              <a:rPr lang="en-US" dirty="0" err="1"/>
              <a:t>website.yale.edu</a:t>
            </a:r>
            <a:r>
              <a:rPr lang="en-US" dirty="0"/>
              <a:t>/your-website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B9D748A-A5E5-D8DC-3722-F92B763BEA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0285" y="4037013"/>
            <a:ext cx="2276475" cy="241141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350">
                <a:latin typeface="+mn-lt"/>
              </a:defRPr>
            </a:lvl1pPr>
          </a:lstStyle>
          <a:p>
            <a:r>
              <a:rPr lang="en-US" dirty="0"/>
              <a:t>Take a screenshot of your featured website and then click the icon to drop it in the image area (20 words).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4D5779-E222-3059-2A8E-5BA279C7FE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28950" y="0"/>
            <a:ext cx="6115050" cy="6858000"/>
          </a:xfrm>
          <a:prstGeom prst="rect">
            <a:avLst/>
          </a:prstGeom>
        </p:spPr>
      </p:pic>
      <p:sp>
        <p:nvSpPr>
          <p:cNvPr id="8" name="Picture Placeholder 15">
            <a:extLst>
              <a:ext uri="{FF2B5EF4-FFF2-40B4-BE49-F238E27FC236}">
                <a16:creationId xmlns:a16="http://schemas.microsoft.com/office/drawing/2014/main" id="{73613C29-A758-DEDA-191E-9E072DEB2181}"/>
              </a:ext>
            </a:extLst>
          </p:cNvPr>
          <p:cNvSpPr txBox="1">
            <a:spLocks/>
          </p:cNvSpPr>
          <p:nvPr userDrawn="1"/>
        </p:nvSpPr>
        <p:spPr>
          <a:xfrm>
            <a:off x="3924301" y="1357461"/>
            <a:ext cx="4220459" cy="3506770"/>
          </a:xfrm>
          <a:prstGeom prst="rect">
            <a:avLst/>
          </a:prstGeom>
          <a:solidFill>
            <a:schemeClr val="bg2"/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aseline="0" dirty="0">
                <a:solidFill>
                  <a:schemeClr val="bg1">
                    <a:lumMod val="75000"/>
                  </a:schemeClr>
                </a:solidFill>
              </a:rPr>
              <a:t>Insert Picture</a:t>
            </a:r>
          </a:p>
        </p:txBody>
      </p:sp>
    </p:spTree>
    <p:extLst>
      <p:ext uri="{BB962C8B-B14F-4D97-AF65-F5344CB8AC3E}">
        <p14:creationId xmlns:p14="http://schemas.microsoft.com/office/powerpoint/2010/main" val="60194159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edback with QR co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7B16F178-7842-A54F-8D5F-D641A19890FC}"/>
              </a:ext>
            </a:extLst>
          </p:cNvPr>
          <p:cNvSpPr txBox="1">
            <a:spLocks/>
          </p:cNvSpPr>
          <p:nvPr/>
        </p:nvSpPr>
        <p:spPr>
          <a:xfrm>
            <a:off x="454859" y="4860168"/>
            <a:ext cx="813197" cy="1084263"/>
          </a:xfrm>
          <a:prstGeom prst="rect">
            <a:avLst/>
          </a:prstGeom>
          <a:solidFill>
            <a:schemeClr val="bg2"/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/>
              <a:t>QR Code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CC1B182-D4DD-F8BD-8CC1-66B245D8F4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8" y="1597736"/>
            <a:ext cx="2275928" cy="137669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tx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Tell us what you think!</a:t>
            </a:r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6A6B2AE9-6CDF-969F-D399-60D84B7CD4E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032760" y="10510"/>
            <a:ext cx="6111240" cy="6858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A306310C-0D07-9073-11FD-B79CC84D5E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0285" y="3194534"/>
            <a:ext cx="2276475" cy="137669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350">
                <a:latin typeface="+mn-lt"/>
              </a:defRPr>
            </a:lvl1pPr>
          </a:lstStyle>
          <a:p>
            <a:r>
              <a:rPr lang="en-US" dirty="0"/>
              <a:t>Place a QR code to your website or feedback form below.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E53AE5A-06F1-92A0-DDB0-E05BD3CBEE6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4819" y="4860926"/>
            <a:ext cx="813197" cy="1084263"/>
          </a:xfrm>
        </p:spPr>
        <p:txBody>
          <a:bodyPr>
            <a:normAutofit/>
          </a:bodyPr>
          <a:lstStyle>
            <a:lvl1pPr>
              <a:defRPr sz="900"/>
            </a:lvl1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2861D02-104E-64B7-69D0-E31C9956C668}"/>
              </a:ext>
            </a:extLst>
          </p:cNvPr>
          <p:cNvSpPr txBox="1">
            <a:spLocks/>
          </p:cNvSpPr>
          <p:nvPr userDrawn="1"/>
        </p:nvSpPr>
        <p:spPr>
          <a:xfrm>
            <a:off x="454859" y="4860168"/>
            <a:ext cx="813197" cy="1084263"/>
          </a:xfrm>
          <a:prstGeom prst="rect">
            <a:avLst/>
          </a:prstGeom>
          <a:solidFill>
            <a:schemeClr val="bg2"/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/>
              <a:t>QR Code</a:t>
            </a:r>
          </a:p>
        </p:txBody>
      </p:sp>
    </p:spTree>
    <p:extLst>
      <p:ext uri="{BB962C8B-B14F-4D97-AF65-F5344CB8AC3E}">
        <p14:creationId xmlns:p14="http://schemas.microsoft.com/office/powerpoint/2010/main" val="76885977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edback with QR co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53B4AD6-A9C7-215C-1D34-F104B430A7FC}"/>
              </a:ext>
            </a:extLst>
          </p:cNvPr>
          <p:cNvSpPr/>
          <p:nvPr/>
        </p:nvSpPr>
        <p:spPr>
          <a:xfrm>
            <a:off x="0" y="0"/>
            <a:ext cx="3028950" cy="686851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7B16F178-7842-A54F-8D5F-D641A19890FC}"/>
              </a:ext>
            </a:extLst>
          </p:cNvPr>
          <p:cNvSpPr txBox="1">
            <a:spLocks/>
          </p:cNvSpPr>
          <p:nvPr/>
        </p:nvSpPr>
        <p:spPr>
          <a:xfrm>
            <a:off x="454859" y="4860168"/>
            <a:ext cx="813197" cy="1084263"/>
          </a:xfrm>
          <a:prstGeom prst="rect">
            <a:avLst/>
          </a:prstGeom>
          <a:solidFill>
            <a:schemeClr val="bg2"/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/>
              <a:t>QR Code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CC1B182-D4DD-F8BD-8CC1-66B245D8F4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8" y="1597736"/>
            <a:ext cx="2275928" cy="137669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Tell us what you think!</a:t>
            </a:r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6A6B2AE9-6CDF-969F-D399-60D84B7CD4E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032760" y="10510"/>
            <a:ext cx="6111240" cy="6858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A306310C-0D07-9073-11FD-B79CC84D5E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0285" y="3194534"/>
            <a:ext cx="2276475" cy="137669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35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Place a QR code to your website or feedback form below.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E53AE5A-06F1-92A0-DDB0-E05BD3CBEE6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4819" y="4860926"/>
            <a:ext cx="813197" cy="1084263"/>
          </a:xfrm>
        </p:spPr>
        <p:txBody>
          <a:bodyPr>
            <a:normAutofit/>
          </a:bodyPr>
          <a:lstStyle>
            <a:lvl1pPr>
              <a:defRPr sz="900"/>
            </a:lvl1pPr>
          </a:lstStyle>
          <a:p>
            <a:r>
              <a:rPr lang="en-US" altLang="zh-CN"/>
              <a:t>Click icon to add picture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A69506-D95D-93EB-EF97-4ECA97180DB6}"/>
              </a:ext>
            </a:extLst>
          </p:cNvPr>
          <p:cNvSpPr/>
          <p:nvPr userDrawn="1"/>
        </p:nvSpPr>
        <p:spPr>
          <a:xfrm>
            <a:off x="0" y="0"/>
            <a:ext cx="3028950" cy="686851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26BB6C18-6BB9-12DE-9BAE-B4109B4995BD}"/>
              </a:ext>
            </a:extLst>
          </p:cNvPr>
          <p:cNvSpPr txBox="1">
            <a:spLocks/>
          </p:cNvSpPr>
          <p:nvPr userDrawn="1"/>
        </p:nvSpPr>
        <p:spPr>
          <a:xfrm>
            <a:off x="454859" y="4860168"/>
            <a:ext cx="813197" cy="1084263"/>
          </a:xfrm>
          <a:prstGeom prst="rect">
            <a:avLst/>
          </a:prstGeom>
          <a:solidFill>
            <a:schemeClr val="bg2"/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/>
              <a:t>QR Code</a:t>
            </a:r>
          </a:p>
        </p:txBody>
      </p:sp>
    </p:spTree>
    <p:extLst>
      <p:ext uri="{BB962C8B-B14F-4D97-AF65-F5344CB8AC3E}">
        <p14:creationId xmlns:p14="http://schemas.microsoft.com/office/powerpoint/2010/main" val="170560539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for attending imag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3CA56EC-4292-577E-D329-79DD64C8FD9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8" y="1597736"/>
            <a:ext cx="2275928" cy="137669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tx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Thank you for attending!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0B4BF0-204D-321A-FBA5-310355971EF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0285" y="3194533"/>
            <a:ext cx="2276475" cy="196309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1350">
                <a:latin typeface="+mn-lt"/>
              </a:defRPr>
            </a:lvl1pPr>
          </a:lstStyle>
          <a:p>
            <a:r>
              <a:rPr lang="en-US" dirty="0"/>
              <a:t>Lorem ipsum contact info:</a:t>
            </a:r>
          </a:p>
          <a:p>
            <a:r>
              <a:rPr lang="en-US" dirty="0"/>
              <a:t>Your name</a:t>
            </a:r>
          </a:p>
          <a:p>
            <a:r>
              <a:rPr lang="en-US" dirty="0" err="1"/>
              <a:t>your.name@yale.edu</a:t>
            </a:r>
            <a:endParaRPr lang="en-US" dirty="0"/>
          </a:p>
          <a:p>
            <a:r>
              <a:rPr lang="en-US" dirty="0" err="1"/>
              <a:t>Website.com</a:t>
            </a:r>
            <a:endParaRPr lang="en-US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799EB829-A664-9007-D311-844C563B04A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032760" y="10510"/>
            <a:ext cx="6111240" cy="6858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EB7F77A1-F63C-BF9D-709B-F95DA01FCAD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70285" y="5864604"/>
            <a:ext cx="2306240" cy="593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Wordmark</a:t>
            </a:r>
          </a:p>
        </p:txBody>
      </p:sp>
    </p:spTree>
    <p:extLst>
      <p:ext uri="{BB962C8B-B14F-4D97-AF65-F5344CB8AC3E}">
        <p14:creationId xmlns:p14="http://schemas.microsoft.com/office/powerpoint/2010/main" val="141298232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for attending imag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629C8F3-B994-8C40-9644-41B2B7B3C997}"/>
              </a:ext>
            </a:extLst>
          </p:cNvPr>
          <p:cNvSpPr/>
          <p:nvPr/>
        </p:nvSpPr>
        <p:spPr>
          <a:xfrm>
            <a:off x="0" y="7495"/>
            <a:ext cx="303276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F795522-318F-2C2D-E4C4-41C333A205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8" y="1597736"/>
            <a:ext cx="2275928" cy="137669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Thank you for attending!</a:t>
            </a:r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E9C5B077-2DE3-9F51-528C-1098C21EB01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032760" y="10510"/>
            <a:ext cx="6111240" cy="6858000"/>
          </a:xfrm>
        </p:spPr>
        <p:txBody>
          <a:bodyPr/>
          <a:lstStyle/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9E3E38D5-B522-1C34-CAAC-BD89458F63E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0285" y="3194533"/>
            <a:ext cx="2276475" cy="196309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135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Lorem ipsum contact info:</a:t>
            </a:r>
          </a:p>
          <a:p>
            <a:r>
              <a:rPr lang="en-US" dirty="0"/>
              <a:t>Your name</a:t>
            </a:r>
          </a:p>
          <a:p>
            <a:r>
              <a:rPr lang="en-US" dirty="0" err="1"/>
              <a:t>your.name@yale.edu</a:t>
            </a:r>
            <a:endParaRPr lang="en-US" dirty="0"/>
          </a:p>
          <a:p>
            <a:r>
              <a:rPr lang="en-US" dirty="0" err="1"/>
              <a:t>Website.com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95CF980-AE0C-CB1D-D1AF-A8F3EF23A6E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70285" y="5864604"/>
            <a:ext cx="2306240" cy="593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Wordmark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3A028C-5938-415C-0739-EA541EE70194}"/>
              </a:ext>
            </a:extLst>
          </p:cNvPr>
          <p:cNvSpPr/>
          <p:nvPr userDrawn="1"/>
        </p:nvSpPr>
        <p:spPr>
          <a:xfrm>
            <a:off x="0" y="7495"/>
            <a:ext cx="303276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/>
          </a:p>
        </p:txBody>
      </p:sp>
    </p:spTree>
    <p:extLst>
      <p:ext uri="{BB962C8B-B14F-4D97-AF65-F5344CB8AC3E}">
        <p14:creationId xmlns:p14="http://schemas.microsoft.com/office/powerpoint/2010/main" val="7573796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for joining us QR co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AC57557-3B24-7341-A015-CE2B7B52EF3F}"/>
              </a:ext>
            </a:extLst>
          </p:cNvPr>
          <p:cNvSpPr/>
          <p:nvPr/>
        </p:nvSpPr>
        <p:spPr>
          <a:xfrm>
            <a:off x="0" y="0"/>
            <a:ext cx="303276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5F96183-6FC5-A845-A804-4F9485D1E634}"/>
              </a:ext>
            </a:extLst>
          </p:cNvPr>
          <p:cNvSpPr txBox="1">
            <a:spLocks/>
          </p:cNvSpPr>
          <p:nvPr/>
        </p:nvSpPr>
        <p:spPr>
          <a:xfrm>
            <a:off x="3445550" y="876009"/>
            <a:ext cx="4994750" cy="236533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ts val="2745"/>
              </a:lnSpc>
              <a:spcBef>
                <a:spcPts val="1200"/>
              </a:spcBef>
              <a:spcAft>
                <a:spcPts val="0"/>
              </a:spcAft>
              <a:buClr>
                <a:srgbClr val="00356B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sz="2100" dirty="0" err="1"/>
              <a:t>Etiam</a:t>
            </a:r>
            <a:r>
              <a:rPr lang="en-US" sz="2100" dirty="0"/>
              <a:t> </a:t>
            </a:r>
            <a:r>
              <a:rPr lang="en-US" sz="2100" dirty="0" err="1"/>
              <a:t>tempor</a:t>
            </a:r>
            <a:r>
              <a:rPr lang="en-US" sz="2100" dirty="0"/>
              <a:t> </a:t>
            </a:r>
            <a:r>
              <a:rPr lang="en-US" sz="2100" dirty="0" err="1"/>
              <a:t>orci</a:t>
            </a:r>
            <a:r>
              <a:rPr lang="en-US" sz="2100" dirty="0"/>
              <a:t> </a:t>
            </a:r>
            <a:r>
              <a:rPr lang="en-US" sz="2100" dirty="0" err="1"/>
              <a:t>eu</a:t>
            </a:r>
            <a:r>
              <a:rPr lang="en-US" sz="2100" dirty="0"/>
              <a:t> </a:t>
            </a:r>
            <a:r>
              <a:rPr lang="en-US" sz="2100" dirty="0" err="1"/>
              <a:t>lobortis</a:t>
            </a:r>
            <a:r>
              <a:rPr lang="en-US" sz="2100" dirty="0"/>
              <a:t> </a:t>
            </a:r>
            <a:r>
              <a:rPr lang="en-US" sz="2100" dirty="0" err="1"/>
              <a:t>elementum</a:t>
            </a:r>
            <a:r>
              <a:rPr lang="en-US" sz="2100" dirty="0"/>
              <a:t> </a:t>
            </a:r>
            <a:r>
              <a:rPr lang="en-US" sz="2100" dirty="0" err="1"/>
              <a:t>nibh</a:t>
            </a:r>
            <a:r>
              <a:rPr lang="en-US" sz="2100" dirty="0"/>
              <a:t> </a:t>
            </a:r>
            <a:r>
              <a:rPr lang="en-US" sz="2100" dirty="0" err="1"/>
              <a:t>tellus</a:t>
            </a:r>
            <a:r>
              <a:rPr lang="en-US" sz="2100" dirty="0"/>
              <a:t>. Questions? Contact us at </a:t>
            </a:r>
            <a:r>
              <a:rPr lang="en-US" sz="2100" dirty="0" err="1"/>
              <a:t>email@yale.edu</a:t>
            </a:r>
            <a:r>
              <a:rPr lang="en-US" sz="2100" dirty="0"/>
              <a:t>.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ED7AE857-34B2-5E4B-B7DD-576EC9EAA908}"/>
              </a:ext>
            </a:extLst>
          </p:cNvPr>
          <p:cNvSpPr txBox="1">
            <a:spLocks/>
          </p:cNvSpPr>
          <p:nvPr/>
        </p:nvSpPr>
        <p:spPr>
          <a:xfrm>
            <a:off x="3525606" y="3700108"/>
            <a:ext cx="813197" cy="10842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50"/>
              <a:t>QR Code</a:t>
            </a:r>
            <a:endParaRPr lang="en-US" sz="1350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D7F02C3-B97A-6230-F2CE-27B886CA4E0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8" y="2436835"/>
            <a:ext cx="2275928" cy="137669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Thank you for joining us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53DF65F4-A05E-8FF1-7B62-1A84FF6A11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488" y="4088943"/>
            <a:ext cx="2344312" cy="266700"/>
          </a:xfrm>
        </p:spPr>
        <p:txBody>
          <a:bodyPr>
            <a:noAutofit/>
          </a:bodyPr>
          <a:lstStyle>
            <a:lvl1pPr marL="0" indent="0">
              <a:buNone/>
              <a:defRPr sz="135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17145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Keep in touch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661D8DA-67F9-F0F4-B521-2C1E9F37CF4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525606" y="3700108"/>
            <a:ext cx="813197" cy="1084263"/>
          </a:xfrm>
        </p:spPr>
        <p:txBody>
          <a:bodyPr>
            <a:normAutofit/>
          </a:bodyPr>
          <a:lstStyle>
            <a:lvl1pPr>
              <a:defRPr sz="900"/>
            </a:lvl1pPr>
          </a:lstStyle>
          <a:p>
            <a:r>
              <a:rPr lang="en-US" altLang="zh-CN"/>
              <a:t>Click icon to add picture</a:t>
            </a:r>
            <a:endParaRPr lang="en-US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585A3E02-5CBF-0403-96FD-0BFBD0DA992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70285" y="5864604"/>
            <a:ext cx="2306240" cy="593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Wordmark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4B11B1-A154-BE3E-B273-C55C7569E44D}"/>
              </a:ext>
            </a:extLst>
          </p:cNvPr>
          <p:cNvSpPr/>
          <p:nvPr userDrawn="1"/>
        </p:nvSpPr>
        <p:spPr>
          <a:xfrm>
            <a:off x="0" y="0"/>
            <a:ext cx="303276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350C081-D340-81FB-9BBD-A28FE03F1162}"/>
              </a:ext>
            </a:extLst>
          </p:cNvPr>
          <p:cNvSpPr txBox="1">
            <a:spLocks/>
          </p:cNvSpPr>
          <p:nvPr userDrawn="1"/>
        </p:nvSpPr>
        <p:spPr>
          <a:xfrm>
            <a:off x="3445550" y="876009"/>
            <a:ext cx="4994750" cy="236533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ts val="2745"/>
              </a:lnSpc>
              <a:spcBef>
                <a:spcPts val="1200"/>
              </a:spcBef>
              <a:spcAft>
                <a:spcPts val="0"/>
              </a:spcAft>
              <a:buClr>
                <a:srgbClr val="00356B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sz="2100" dirty="0" err="1"/>
              <a:t>Etiam</a:t>
            </a:r>
            <a:r>
              <a:rPr lang="en-US" sz="2100" dirty="0"/>
              <a:t> </a:t>
            </a:r>
            <a:r>
              <a:rPr lang="en-US" sz="2100" dirty="0" err="1"/>
              <a:t>tempor</a:t>
            </a:r>
            <a:r>
              <a:rPr lang="en-US" sz="2100" dirty="0"/>
              <a:t> </a:t>
            </a:r>
            <a:r>
              <a:rPr lang="en-US" sz="2100" dirty="0" err="1"/>
              <a:t>orci</a:t>
            </a:r>
            <a:r>
              <a:rPr lang="en-US" sz="2100" dirty="0"/>
              <a:t> </a:t>
            </a:r>
            <a:r>
              <a:rPr lang="en-US" sz="2100" dirty="0" err="1"/>
              <a:t>eu</a:t>
            </a:r>
            <a:r>
              <a:rPr lang="en-US" sz="2100" dirty="0"/>
              <a:t> </a:t>
            </a:r>
            <a:r>
              <a:rPr lang="en-US" sz="2100" dirty="0" err="1"/>
              <a:t>lobortis</a:t>
            </a:r>
            <a:r>
              <a:rPr lang="en-US" sz="2100" dirty="0"/>
              <a:t> </a:t>
            </a:r>
            <a:r>
              <a:rPr lang="en-US" sz="2100" dirty="0" err="1"/>
              <a:t>elementum</a:t>
            </a:r>
            <a:r>
              <a:rPr lang="en-US" sz="2100" dirty="0"/>
              <a:t> </a:t>
            </a:r>
            <a:r>
              <a:rPr lang="en-US" sz="2100" dirty="0" err="1"/>
              <a:t>nibh</a:t>
            </a:r>
            <a:r>
              <a:rPr lang="en-US" sz="2100" dirty="0"/>
              <a:t> </a:t>
            </a:r>
            <a:r>
              <a:rPr lang="en-US" sz="2100" dirty="0" err="1"/>
              <a:t>tellus</a:t>
            </a:r>
            <a:r>
              <a:rPr lang="en-US" sz="2100" dirty="0"/>
              <a:t>. Questions? Contact us at </a:t>
            </a:r>
            <a:r>
              <a:rPr lang="en-US" sz="2100" dirty="0" err="1"/>
              <a:t>email@yale.edu</a:t>
            </a:r>
            <a:r>
              <a:rPr lang="en-US" sz="2100" dirty="0"/>
              <a:t>.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81FFA40A-6CD7-3D2D-FF1E-98460B7CDEA6}"/>
              </a:ext>
            </a:extLst>
          </p:cNvPr>
          <p:cNvSpPr txBox="1">
            <a:spLocks/>
          </p:cNvSpPr>
          <p:nvPr userDrawn="1"/>
        </p:nvSpPr>
        <p:spPr>
          <a:xfrm>
            <a:off x="3525606" y="3700108"/>
            <a:ext cx="813197" cy="10842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50"/>
              <a:t>QR Code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91605840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for joining us QR co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17671C8-3674-9D4C-AC74-E0FA42E29552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FFA384B-A88D-2C4E-84FA-12DF118487CD}"/>
              </a:ext>
            </a:extLst>
          </p:cNvPr>
          <p:cNvSpPr txBox="1">
            <a:spLocks/>
          </p:cNvSpPr>
          <p:nvPr/>
        </p:nvSpPr>
        <p:spPr>
          <a:xfrm>
            <a:off x="3445550" y="876009"/>
            <a:ext cx="4994750" cy="236533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ts val="2745"/>
              </a:lnSpc>
              <a:spcBef>
                <a:spcPts val="1200"/>
              </a:spcBef>
              <a:spcAft>
                <a:spcPts val="0"/>
              </a:spcAft>
              <a:buClr>
                <a:srgbClr val="00356B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sz="2100" dirty="0">
                <a:solidFill>
                  <a:schemeClr val="bg1"/>
                </a:solidFill>
              </a:rPr>
              <a:t>Click to edit Master text styles. </a:t>
            </a:r>
            <a:r>
              <a:rPr lang="en-US" sz="2100" dirty="0" err="1">
                <a:solidFill>
                  <a:schemeClr val="bg1"/>
                </a:solidFill>
              </a:rPr>
              <a:t>Etiam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  <a:r>
              <a:rPr lang="en-US" sz="2100" dirty="0" err="1">
                <a:solidFill>
                  <a:schemeClr val="bg1"/>
                </a:solidFill>
              </a:rPr>
              <a:t>tempor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  <a:r>
              <a:rPr lang="en-US" sz="2100" dirty="0" err="1">
                <a:solidFill>
                  <a:schemeClr val="bg1"/>
                </a:solidFill>
              </a:rPr>
              <a:t>orci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  <a:r>
              <a:rPr lang="en-US" sz="2100" dirty="0" err="1">
                <a:solidFill>
                  <a:schemeClr val="bg1"/>
                </a:solidFill>
              </a:rPr>
              <a:t>eu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  <a:r>
              <a:rPr lang="en-US" sz="2100" dirty="0" err="1">
                <a:solidFill>
                  <a:schemeClr val="bg1"/>
                </a:solidFill>
              </a:rPr>
              <a:t>lobortis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  <a:r>
              <a:rPr lang="en-US" sz="2100" dirty="0" err="1">
                <a:solidFill>
                  <a:schemeClr val="bg1"/>
                </a:solidFill>
              </a:rPr>
              <a:t>elementum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  <a:r>
              <a:rPr lang="en-US" sz="2100" dirty="0" err="1">
                <a:solidFill>
                  <a:schemeClr val="bg1"/>
                </a:solidFill>
              </a:rPr>
              <a:t>nibh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  <a:r>
              <a:rPr lang="en-US" sz="2100" dirty="0" err="1">
                <a:solidFill>
                  <a:schemeClr val="bg1"/>
                </a:solidFill>
              </a:rPr>
              <a:t>tellus</a:t>
            </a:r>
            <a:r>
              <a:rPr lang="en-US" sz="2100" dirty="0">
                <a:solidFill>
                  <a:schemeClr val="bg1"/>
                </a:solidFill>
              </a:rPr>
              <a:t>. Questions? Contact us at </a:t>
            </a:r>
            <a:r>
              <a:rPr lang="en-US" sz="2100" dirty="0" err="1">
                <a:solidFill>
                  <a:schemeClr val="bg1"/>
                </a:solidFill>
              </a:rPr>
              <a:t>email@yale.edu</a:t>
            </a:r>
            <a:r>
              <a:rPr lang="en-US" sz="21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7404DFFA-5540-4B49-91B9-A4604B9CE6D6}"/>
              </a:ext>
            </a:extLst>
          </p:cNvPr>
          <p:cNvSpPr txBox="1">
            <a:spLocks/>
          </p:cNvSpPr>
          <p:nvPr/>
        </p:nvSpPr>
        <p:spPr>
          <a:xfrm>
            <a:off x="3525606" y="3700108"/>
            <a:ext cx="813197" cy="10842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50"/>
              <a:t>QR Code</a:t>
            </a:r>
            <a:endParaRPr lang="en-US" sz="1350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6172911-28C1-8B7C-4188-0D0C735604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8" y="2436835"/>
            <a:ext cx="2275928" cy="137669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Thank you for joining us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E0CAEC08-056C-96D8-F30C-F31D9680BA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488" y="4088943"/>
            <a:ext cx="2344312" cy="266700"/>
          </a:xfrm>
        </p:spPr>
        <p:txBody>
          <a:bodyPr>
            <a:noAutofit/>
          </a:bodyPr>
          <a:lstStyle>
            <a:lvl1pPr marL="0" indent="0">
              <a:buNone/>
              <a:defRPr sz="135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17145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Keep in touch</a:t>
            </a:r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5E0F624-FEEF-D4A2-26AA-1941DC5230D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525607" y="3700108"/>
            <a:ext cx="813197" cy="1084263"/>
          </a:xfrm>
        </p:spPr>
        <p:txBody>
          <a:bodyPr>
            <a:normAutofit/>
          </a:bodyPr>
          <a:lstStyle>
            <a:lvl1pPr>
              <a:defRPr sz="900"/>
            </a:lvl1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05DCD3D-746B-52D9-8BA5-96CA50965DB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70285" y="5864604"/>
            <a:ext cx="2306240" cy="593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Wordmark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F16785-6B1A-1EA6-27A3-B0FB55743DC7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0F6DD7E-100B-83E6-7B63-F29FDB861BFE}"/>
              </a:ext>
            </a:extLst>
          </p:cNvPr>
          <p:cNvSpPr txBox="1">
            <a:spLocks/>
          </p:cNvSpPr>
          <p:nvPr userDrawn="1"/>
        </p:nvSpPr>
        <p:spPr>
          <a:xfrm>
            <a:off x="3445550" y="876009"/>
            <a:ext cx="4994750" cy="236533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ts val="2745"/>
              </a:lnSpc>
              <a:spcBef>
                <a:spcPts val="1200"/>
              </a:spcBef>
              <a:spcAft>
                <a:spcPts val="0"/>
              </a:spcAft>
              <a:buClr>
                <a:srgbClr val="00356B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sz="2100" dirty="0">
                <a:solidFill>
                  <a:schemeClr val="bg1"/>
                </a:solidFill>
              </a:rPr>
              <a:t>Click to edit Master text styles. </a:t>
            </a:r>
            <a:r>
              <a:rPr lang="en-US" sz="2100" dirty="0" err="1">
                <a:solidFill>
                  <a:schemeClr val="bg1"/>
                </a:solidFill>
              </a:rPr>
              <a:t>Etiam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  <a:r>
              <a:rPr lang="en-US" sz="2100" dirty="0" err="1">
                <a:solidFill>
                  <a:schemeClr val="bg1"/>
                </a:solidFill>
              </a:rPr>
              <a:t>tempor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  <a:r>
              <a:rPr lang="en-US" sz="2100" dirty="0" err="1">
                <a:solidFill>
                  <a:schemeClr val="bg1"/>
                </a:solidFill>
              </a:rPr>
              <a:t>orci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  <a:r>
              <a:rPr lang="en-US" sz="2100" dirty="0" err="1">
                <a:solidFill>
                  <a:schemeClr val="bg1"/>
                </a:solidFill>
              </a:rPr>
              <a:t>eu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  <a:r>
              <a:rPr lang="en-US" sz="2100" dirty="0" err="1">
                <a:solidFill>
                  <a:schemeClr val="bg1"/>
                </a:solidFill>
              </a:rPr>
              <a:t>lobortis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  <a:r>
              <a:rPr lang="en-US" sz="2100" dirty="0" err="1">
                <a:solidFill>
                  <a:schemeClr val="bg1"/>
                </a:solidFill>
              </a:rPr>
              <a:t>elementum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  <a:r>
              <a:rPr lang="en-US" sz="2100" dirty="0" err="1">
                <a:solidFill>
                  <a:schemeClr val="bg1"/>
                </a:solidFill>
              </a:rPr>
              <a:t>nibh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  <a:r>
              <a:rPr lang="en-US" sz="2100" dirty="0" err="1">
                <a:solidFill>
                  <a:schemeClr val="bg1"/>
                </a:solidFill>
              </a:rPr>
              <a:t>tellus</a:t>
            </a:r>
            <a:r>
              <a:rPr lang="en-US" sz="2100" dirty="0">
                <a:solidFill>
                  <a:schemeClr val="bg1"/>
                </a:solidFill>
              </a:rPr>
              <a:t>. Questions? Contact us at </a:t>
            </a:r>
            <a:r>
              <a:rPr lang="en-US" sz="2100" dirty="0" err="1">
                <a:solidFill>
                  <a:schemeClr val="bg1"/>
                </a:solidFill>
              </a:rPr>
              <a:t>email@yale.edu</a:t>
            </a:r>
            <a:r>
              <a:rPr lang="en-US" sz="21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9E323ADF-571D-8BE2-DACB-C07F43BF76A7}"/>
              </a:ext>
            </a:extLst>
          </p:cNvPr>
          <p:cNvSpPr txBox="1">
            <a:spLocks/>
          </p:cNvSpPr>
          <p:nvPr userDrawn="1"/>
        </p:nvSpPr>
        <p:spPr>
          <a:xfrm>
            <a:off x="3525606" y="3700108"/>
            <a:ext cx="813197" cy="10842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50"/>
              <a:t>QR Code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97277511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17671C8-3674-9D4C-AC74-E0FA42E29552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758CE6-C012-6D8D-1F36-9A7F96616E8A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/>
          </a:p>
        </p:txBody>
      </p:sp>
    </p:spTree>
    <p:extLst>
      <p:ext uri="{BB962C8B-B14F-4D97-AF65-F5344CB8AC3E}">
        <p14:creationId xmlns:p14="http://schemas.microsoft.com/office/powerpoint/2010/main" val="48462774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17671C8-3674-9D4C-AC74-E0FA42E29552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CB7BAA-70CB-10BC-98B6-BD6FAB9CBCF7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/>
          </a:p>
        </p:txBody>
      </p:sp>
    </p:spTree>
    <p:extLst>
      <p:ext uri="{BB962C8B-B14F-4D97-AF65-F5344CB8AC3E}">
        <p14:creationId xmlns:p14="http://schemas.microsoft.com/office/powerpoint/2010/main" val="288658742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645796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794607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slide left photo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A4012D7-C34B-1398-8A79-B99B084FF86D}"/>
              </a:ext>
            </a:extLst>
          </p:cNvPr>
          <p:cNvSpPr/>
          <p:nvPr userDrawn="1"/>
        </p:nvSpPr>
        <p:spPr>
          <a:xfrm>
            <a:off x="0" y="0"/>
            <a:ext cx="3032760" cy="69088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93BC4A-607B-9C33-C3E1-76099F265F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49242" y="1311275"/>
            <a:ext cx="4817269" cy="1500187"/>
          </a:xfr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Cover slide presentation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45FE34-DBB4-7144-614C-50F865D985E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49242" y="3448878"/>
            <a:ext cx="4273153" cy="706438"/>
          </a:xfrm>
        </p:spPr>
        <p:txBody>
          <a:bodyPr>
            <a:normAutofit/>
          </a:bodyPr>
          <a:lstStyle>
            <a:lvl1pPr marL="0" indent="0">
              <a:buNone/>
              <a:defRPr sz="1800" b="0" i="1">
                <a:solidFill>
                  <a:schemeClr val="tx1"/>
                </a:solidFill>
                <a:latin typeface="YaleNew" panose="02000602050000020003" pitchFamily="2" charset="77"/>
              </a:defRPr>
            </a:lvl1pPr>
          </a:lstStyle>
          <a:p>
            <a:pPr algn="l"/>
            <a:r>
              <a:rPr lang="en-US" dirty="0"/>
              <a:t>Presentation subtitle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2F890BE-658A-59E0-D180-DAEDCD4DDB4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3033713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86E9CAC-1B7C-D0E4-3757-6ECEC90FECD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523384" y="5659440"/>
            <a:ext cx="2306240" cy="593725"/>
          </a:xfrm>
        </p:spPr>
        <p:txBody>
          <a:bodyPr/>
          <a:lstStyle/>
          <a:p>
            <a:r>
              <a:rPr lang="en-US" dirty="0"/>
              <a:t>Wordmark</a:t>
            </a:r>
          </a:p>
        </p:txBody>
      </p:sp>
    </p:spTree>
    <p:extLst>
      <p:ext uri="{BB962C8B-B14F-4D97-AF65-F5344CB8AC3E}">
        <p14:creationId xmlns:p14="http://schemas.microsoft.com/office/powerpoint/2010/main" val="217064693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slide left photo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BA593C7-BA47-FC44-857F-64A0886F85B2}"/>
              </a:ext>
            </a:extLst>
          </p:cNvPr>
          <p:cNvSpPr/>
          <p:nvPr userDrawn="1"/>
        </p:nvSpPr>
        <p:spPr>
          <a:xfrm>
            <a:off x="3033373" y="0"/>
            <a:ext cx="6241543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C202747-3258-FD08-6F6E-5C5534E168D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49242" y="1311275"/>
            <a:ext cx="4817269" cy="1500187"/>
          </a:xfr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Cover slide presentation title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05C2B047-130C-DCE5-FCD4-516F929996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49242" y="3448878"/>
            <a:ext cx="4273153" cy="706438"/>
          </a:xfrm>
        </p:spPr>
        <p:txBody>
          <a:bodyPr>
            <a:normAutofit/>
          </a:bodyPr>
          <a:lstStyle>
            <a:lvl1pPr marL="0" indent="0">
              <a:buNone/>
              <a:defRPr sz="1800" b="0" i="1">
                <a:solidFill>
                  <a:schemeClr val="bg1"/>
                </a:solidFill>
                <a:latin typeface="YaleNew" panose="02000602050000020003" pitchFamily="2" charset="77"/>
              </a:defRPr>
            </a:lvl1pPr>
          </a:lstStyle>
          <a:p>
            <a:pPr algn="l"/>
            <a:r>
              <a:rPr lang="en-US" dirty="0"/>
              <a:t>Presentation subtitle</a:t>
            </a:r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DC7D1017-C174-5995-B134-9C0767CFDE6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3033713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5BBB0B30-5630-075B-536D-C785F63CAE2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523384" y="5659440"/>
            <a:ext cx="2306240" cy="593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Wordmark</a:t>
            </a:r>
          </a:p>
        </p:txBody>
      </p:sp>
    </p:spTree>
    <p:extLst>
      <p:ext uri="{BB962C8B-B14F-4D97-AF65-F5344CB8AC3E}">
        <p14:creationId xmlns:p14="http://schemas.microsoft.com/office/powerpoint/2010/main" val="10890094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slide with name and 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328A0A-C662-74EC-D228-434B49036BF5}"/>
              </a:ext>
            </a:extLst>
          </p:cNvPr>
          <p:cNvSpPr/>
          <p:nvPr userDrawn="1"/>
        </p:nvSpPr>
        <p:spPr>
          <a:xfrm>
            <a:off x="0" y="0"/>
            <a:ext cx="3032760" cy="69088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27BA40FD-F3BD-03E1-4F9A-24F5093BFD2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3033713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8AE731-F2CF-F141-4254-D13FFBB020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49242" y="1311275"/>
            <a:ext cx="4817269" cy="1500187"/>
          </a:xfr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Cover slide presentation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8926FA2-06C0-DF0E-0BE4-60126FAB68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49241" y="3471041"/>
            <a:ext cx="4299347" cy="879475"/>
          </a:xfrm>
        </p:spPr>
        <p:txBody>
          <a:bodyPr>
            <a:normAutofit/>
          </a:bodyPr>
          <a:lstStyle>
            <a:lvl1pPr marL="0" indent="0">
              <a:buNone/>
              <a:defRPr sz="1125" b="0" i="1">
                <a:solidFill>
                  <a:schemeClr val="tx1"/>
                </a:solidFill>
                <a:latin typeface="YaleNew" panose="02000602050000020003" pitchFamily="2" charset="77"/>
              </a:defRPr>
            </a:lvl1pPr>
          </a:lstStyle>
          <a:p>
            <a:pPr lvl="0"/>
            <a:r>
              <a:rPr lang="en-US" dirty="0"/>
              <a:t>Position title or role, Presenting Organization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D92629E-BF76-30D0-FEAC-BDCA393C87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9241" y="3162300"/>
            <a:ext cx="4165997" cy="266700"/>
          </a:xfrm>
        </p:spPr>
        <p:txBody>
          <a:bodyPr>
            <a:normAutofit/>
          </a:bodyPr>
          <a:lstStyle>
            <a:lvl1pPr marL="0" indent="0">
              <a:buNone/>
              <a:defRPr sz="900" b="0" i="0" spc="225">
                <a:latin typeface="YaleNew" panose="02000602050000020003" pitchFamily="2" charset="77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ALL CAPS • PRESENTER NAME HERE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7EBB38DD-BEEE-0800-08EF-1371600DA7C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523384" y="5659440"/>
            <a:ext cx="2306240" cy="593725"/>
          </a:xfrm>
        </p:spPr>
        <p:txBody>
          <a:bodyPr/>
          <a:lstStyle/>
          <a:p>
            <a:r>
              <a:rPr lang="en-US" dirty="0"/>
              <a:t>Wordmark</a:t>
            </a:r>
          </a:p>
        </p:txBody>
      </p:sp>
    </p:spTree>
    <p:extLst>
      <p:ext uri="{BB962C8B-B14F-4D97-AF65-F5344CB8AC3E}">
        <p14:creationId xmlns:p14="http://schemas.microsoft.com/office/powerpoint/2010/main" val="7866548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slide with name and titl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328A0A-C662-74EC-D228-434B49036BF5}"/>
              </a:ext>
            </a:extLst>
          </p:cNvPr>
          <p:cNvSpPr/>
          <p:nvPr userDrawn="1"/>
        </p:nvSpPr>
        <p:spPr>
          <a:xfrm>
            <a:off x="3033712" y="0"/>
            <a:ext cx="6110288" cy="69088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27BA40FD-F3BD-03E1-4F9A-24F5093BFD2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3033713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8AE731-F2CF-F141-4254-D13FFBB020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49242" y="1311275"/>
            <a:ext cx="4817269" cy="1500187"/>
          </a:xfr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Cover slide presentation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8926FA2-06C0-DF0E-0BE4-60126FAB68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49241" y="3471041"/>
            <a:ext cx="4299347" cy="879475"/>
          </a:xfrm>
        </p:spPr>
        <p:txBody>
          <a:bodyPr>
            <a:normAutofit/>
          </a:bodyPr>
          <a:lstStyle>
            <a:lvl1pPr marL="0" indent="0">
              <a:buNone/>
              <a:defRPr sz="1125" b="0" i="1">
                <a:solidFill>
                  <a:schemeClr val="bg1"/>
                </a:solidFill>
                <a:latin typeface="YaleNew" panose="02000602050000020003" pitchFamily="2" charset="77"/>
              </a:defRPr>
            </a:lvl1pPr>
          </a:lstStyle>
          <a:p>
            <a:pPr lvl="0"/>
            <a:r>
              <a:rPr lang="en-US" dirty="0"/>
              <a:t>Position title or role, Presenting Organization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D92629E-BF76-30D0-FEAC-BDCA393C87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9241" y="3162300"/>
            <a:ext cx="4165997" cy="266700"/>
          </a:xfrm>
        </p:spPr>
        <p:txBody>
          <a:bodyPr>
            <a:normAutofit/>
          </a:bodyPr>
          <a:lstStyle>
            <a:lvl1pPr marL="0" indent="0">
              <a:buNone/>
              <a:defRPr sz="900" b="0" i="0" spc="225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ALL CAPS • PRESENTER NAME HERE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CA4EAA61-1FFD-8A28-7DC9-38D365F35FE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523384" y="5659440"/>
            <a:ext cx="2306240" cy="593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Wordmark</a:t>
            </a:r>
          </a:p>
        </p:txBody>
      </p:sp>
    </p:spTree>
    <p:extLst>
      <p:ext uri="{BB962C8B-B14F-4D97-AF65-F5344CB8AC3E}">
        <p14:creationId xmlns:p14="http://schemas.microsoft.com/office/powerpoint/2010/main" val="417329718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ong title cover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11CD429-F4CB-F003-36B2-E9B184B82220}"/>
              </a:ext>
            </a:extLst>
          </p:cNvPr>
          <p:cNvSpPr/>
          <p:nvPr userDrawn="1"/>
        </p:nvSpPr>
        <p:spPr>
          <a:xfrm>
            <a:off x="0" y="0"/>
            <a:ext cx="3032760" cy="69088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A55F96EC-D597-7562-3262-77679926DF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3033713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7E9B22-AD31-D302-D772-54D1A8A36F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50431" y="798513"/>
            <a:ext cx="5039916" cy="2095500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Cover slide presentation with a very very long technical presentation title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00F99ADC-4D70-B1D8-5F00-F94A620E0C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0431" y="3770537"/>
            <a:ext cx="4165997" cy="242455"/>
          </a:xfrm>
        </p:spPr>
        <p:txBody>
          <a:bodyPr>
            <a:normAutofit/>
          </a:bodyPr>
          <a:lstStyle>
            <a:lvl1pPr marL="0" indent="0">
              <a:buNone/>
              <a:defRPr sz="900" b="0" i="0" spc="225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ALL CAPS • PRESENTER NAME HERE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601721B-BCB8-3974-44B8-CA35E119B6B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50431" y="4089992"/>
            <a:ext cx="4299347" cy="799523"/>
          </a:xfrm>
        </p:spPr>
        <p:txBody>
          <a:bodyPr>
            <a:normAutofit/>
          </a:bodyPr>
          <a:lstStyle>
            <a:lvl1pPr marL="0" indent="0">
              <a:spcBef>
                <a:spcPts val="300"/>
              </a:spcBef>
              <a:buNone/>
              <a:defRPr sz="1125" b="0" i="1">
                <a:solidFill>
                  <a:schemeClr val="tx1"/>
                </a:solidFill>
                <a:latin typeface="YaleNew" panose="02000602050000020003" pitchFamily="2" charset="77"/>
              </a:defRPr>
            </a:lvl1pPr>
          </a:lstStyle>
          <a:p>
            <a:pPr lvl="0"/>
            <a:r>
              <a:rPr lang="en-US" dirty="0"/>
              <a:t>Title of initiative, program, or event • Date</a:t>
            </a:r>
          </a:p>
          <a:p>
            <a:pPr lvl="0"/>
            <a:r>
              <a:rPr lang="en-US" dirty="0"/>
              <a:t>Name of Organization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859BF377-5E44-BE06-8775-337EAEF61CE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523384" y="5659440"/>
            <a:ext cx="2306240" cy="593725"/>
          </a:xfrm>
        </p:spPr>
        <p:txBody>
          <a:bodyPr/>
          <a:lstStyle/>
          <a:p>
            <a:r>
              <a:rPr lang="en-US" dirty="0"/>
              <a:t>Wordmark</a:t>
            </a:r>
          </a:p>
        </p:txBody>
      </p:sp>
    </p:spTree>
    <p:extLst>
      <p:ext uri="{BB962C8B-B14F-4D97-AF65-F5344CB8AC3E}">
        <p14:creationId xmlns:p14="http://schemas.microsoft.com/office/powerpoint/2010/main" val="403547468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ong title cover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2724A1A-CCB3-3518-BE27-F5984904B7DC}"/>
              </a:ext>
            </a:extLst>
          </p:cNvPr>
          <p:cNvSpPr/>
          <p:nvPr userDrawn="1"/>
        </p:nvSpPr>
        <p:spPr>
          <a:xfrm>
            <a:off x="3033712" y="0"/>
            <a:ext cx="6110288" cy="69088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A55F96EC-D597-7562-3262-77679926DF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3033713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7E9B22-AD31-D302-D772-54D1A8A36F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50431" y="798513"/>
            <a:ext cx="5039916" cy="2095500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Cover slide presentation with a very very long technical presentation title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00F99ADC-4D70-B1D8-5F00-F94A620E0C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0431" y="3770537"/>
            <a:ext cx="4165997" cy="242455"/>
          </a:xfrm>
        </p:spPr>
        <p:txBody>
          <a:bodyPr>
            <a:normAutofit/>
          </a:bodyPr>
          <a:lstStyle>
            <a:lvl1pPr marL="0" indent="0">
              <a:buNone/>
              <a:defRPr sz="900" b="0" i="0" spc="225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ALL CAPS • PRESENTER NAME HERE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601721B-BCB8-3974-44B8-CA35E119B6B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50431" y="4089992"/>
            <a:ext cx="4299347" cy="799523"/>
          </a:xfrm>
        </p:spPr>
        <p:txBody>
          <a:bodyPr>
            <a:normAutofit/>
          </a:bodyPr>
          <a:lstStyle>
            <a:lvl1pPr marL="0" indent="0">
              <a:spcBef>
                <a:spcPts val="300"/>
              </a:spcBef>
              <a:buNone/>
              <a:defRPr sz="1125" b="0" i="1">
                <a:solidFill>
                  <a:schemeClr val="bg1"/>
                </a:solidFill>
                <a:latin typeface="YaleNew" panose="02000602050000020003" pitchFamily="2" charset="77"/>
              </a:defRPr>
            </a:lvl1pPr>
          </a:lstStyle>
          <a:p>
            <a:pPr lvl="0"/>
            <a:r>
              <a:rPr lang="en-US" dirty="0"/>
              <a:t>Title of initiative, program, or event • Date</a:t>
            </a:r>
          </a:p>
          <a:p>
            <a:pPr lvl="0"/>
            <a:r>
              <a:rPr lang="en-US" dirty="0"/>
              <a:t>Name of Organization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CC580FFC-C5B2-0684-3CBB-DC4EEDE81BA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523384" y="5659440"/>
            <a:ext cx="2306240" cy="593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Wordmark</a:t>
            </a:r>
          </a:p>
        </p:txBody>
      </p:sp>
    </p:spTree>
    <p:extLst>
      <p:ext uri="{BB962C8B-B14F-4D97-AF65-F5344CB8AC3E}">
        <p14:creationId xmlns:p14="http://schemas.microsoft.com/office/powerpoint/2010/main" val="134858643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g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899A24-6ACD-B248-AC77-11A666B28F00}"/>
              </a:ext>
            </a:extLst>
          </p:cNvPr>
          <p:cNvSpPr/>
          <p:nvPr userDrawn="1"/>
        </p:nvSpPr>
        <p:spPr>
          <a:xfrm>
            <a:off x="1" y="0"/>
            <a:ext cx="914400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72E48-7EA6-BB05-C9C4-5A1F78059A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46755" y="5223672"/>
            <a:ext cx="3196475" cy="580915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chemeClr val="bg1"/>
                </a:solidFill>
                <a:latin typeface="YaleNew" panose="02000602050000020003" pitchFamily="2" charset="77"/>
              </a:defRPr>
            </a:lvl1pPr>
          </a:lstStyle>
          <a:p>
            <a:pPr lvl="0"/>
            <a:r>
              <a:rPr lang="en-US" dirty="0">
                <a:latin typeface="YaleNew" panose="02000602050000020003" pitchFamily="2" charset="77"/>
              </a:rPr>
              <a:t>Years in service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7401732-1E15-607D-80DF-3CF638B48F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46755" y="1031789"/>
            <a:ext cx="5666849" cy="3741008"/>
          </a:xfrm>
        </p:spPr>
        <p:txBody>
          <a:bodyPr>
            <a:noAutofit/>
          </a:bodyPr>
          <a:lstStyle>
            <a:lvl1pPr marL="0" indent="0">
              <a:buNone/>
              <a:defRPr sz="225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205366255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ro wo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899A24-6ACD-B248-AC77-11A666B28F00}"/>
              </a:ext>
            </a:extLst>
          </p:cNvPr>
          <p:cNvSpPr/>
          <p:nvPr userDrawn="1"/>
        </p:nvSpPr>
        <p:spPr>
          <a:xfrm>
            <a:off x="1" y="0"/>
            <a:ext cx="914400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F9B7685-F0D7-A4A4-7FEE-87EC0F8B00A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3000" y="2261588"/>
            <a:ext cx="6858000" cy="2050920"/>
          </a:xfrm>
        </p:spPr>
        <p:txBody>
          <a:bodyPr>
            <a:normAutofit/>
          </a:bodyPr>
          <a:lstStyle>
            <a:lvl1pPr marL="0" indent="0" algn="ctr">
              <a:buNone/>
              <a:defRPr sz="105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Creativity</a:t>
            </a:r>
          </a:p>
        </p:txBody>
      </p:sp>
    </p:spTree>
    <p:extLst>
      <p:ext uri="{BB962C8B-B14F-4D97-AF65-F5344CB8AC3E}">
        <p14:creationId xmlns:p14="http://schemas.microsoft.com/office/powerpoint/2010/main" val="288503268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899A24-6ACD-B248-AC77-11A666B28F00}"/>
              </a:ext>
            </a:extLst>
          </p:cNvPr>
          <p:cNvSpPr/>
          <p:nvPr userDrawn="1"/>
        </p:nvSpPr>
        <p:spPr>
          <a:xfrm>
            <a:off x="-1" y="0"/>
            <a:ext cx="9144001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72E48-7EA6-BB05-C9C4-5A1F78059A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74233" y="2848087"/>
            <a:ext cx="3278981" cy="2081213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7401732-1E15-607D-80DF-3CF638B48F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78297" y="1510970"/>
            <a:ext cx="2628366" cy="94845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43127093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2F1AAC9-4F60-02BD-E5F4-1F8F7A47F0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74233" y="2848087"/>
            <a:ext cx="3278981" cy="2081213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6922E5-6D0E-6630-2922-4DC2DD4DB60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78297" y="1510970"/>
            <a:ext cx="2628366" cy="94845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tx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03524460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titl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D8E10B3-AFE6-E347-AEEE-4B4703F602C0}"/>
              </a:ext>
            </a:extLst>
          </p:cNvPr>
          <p:cNvSpPr/>
          <p:nvPr userDrawn="1"/>
        </p:nvSpPr>
        <p:spPr>
          <a:xfrm>
            <a:off x="-54141" y="0"/>
            <a:ext cx="9329057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9AC403C-F0A0-F03D-EBDC-35B8BB74D4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78297" y="1605562"/>
            <a:ext cx="4654234" cy="94845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2565F177-92CA-432B-9472-0C21EB878F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84693" y="3185056"/>
            <a:ext cx="4165997" cy="266700"/>
          </a:xfrm>
        </p:spPr>
        <p:txBody>
          <a:bodyPr>
            <a:noAutofit/>
          </a:bodyPr>
          <a:lstStyle>
            <a:lvl1pPr marL="0" indent="0">
              <a:buNone/>
              <a:defRPr sz="135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17145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44445334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title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49C516D-A9DC-5D45-9B68-81750F393EBE}"/>
              </a:ext>
            </a:extLst>
          </p:cNvPr>
          <p:cNvSpPr/>
          <p:nvPr userDrawn="1"/>
        </p:nvSpPr>
        <p:spPr>
          <a:xfrm>
            <a:off x="-54141" y="0"/>
            <a:ext cx="9329057" cy="6858000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58114D9-B3B6-2E94-AE63-D6764795D7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78297" y="1605562"/>
            <a:ext cx="4654234" cy="94845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C1D95BE9-B16F-CB2D-0092-DEFACC73D2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84693" y="3185056"/>
            <a:ext cx="4165997" cy="266700"/>
          </a:xfrm>
        </p:spPr>
        <p:txBody>
          <a:bodyPr>
            <a:noAutofit/>
          </a:bodyPr>
          <a:lstStyle>
            <a:lvl1pPr marL="0" indent="0">
              <a:buNone/>
              <a:defRPr sz="135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17145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99340697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title with tex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B969DC-FE00-0D81-861C-0F8D679954F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8" y="1597737"/>
            <a:ext cx="2275928" cy="137669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tx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AA289E2F-7B17-CDF7-9C5B-CF24051E6E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489" y="3185056"/>
            <a:ext cx="2273207" cy="266700"/>
          </a:xfrm>
        </p:spPr>
        <p:txBody>
          <a:bodyPr>
            <a:noAutofit/>
          </a:bodyPr>
          <a:lstStyle>
            <a:lvl1pPr marL="0" indent="0">
              <a:buNone/>
              <a:defRPr sz="1350" b="0" i="1" spc="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17145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9192BDC-4E51-A739-11CF-739234B25C1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08735" y="728663"/>
            <a:ext cx="5509022" cy="5454650"/>
          </a:xfrm>
        </p:spPr>
        <p:txBody>
          <a:bodyPr>
            <a:normAutofit/>
          </a:bodyPr>
          <a:lstStyle>
            <a:lvl1pPr marL="0" indent="0">
              <a:lnSpc>
                <a:spcPts val="2745"/>
              </a:lnSpc>
              <a:buNone/>
              <a:defRPr sz="2400">
                <a:latin typeface="+mn-lt"/>
              </a:defRPr>
            </a:lvl1pPr>
          </a:lstStyle>
          <a:p>
            <a:pPr marL="0" indent="0">
              <a:lnSpc>
                <a:spcPts val="3660"/>
              </a:lnSpc>
              <a:buNone/>
            </a:pPr>
            <a:r>
              <a:rPr lang="en-US" baseline="0" dirty="0">
                <a:solidFill>
                  <a:schemeClr val="tx1"/>
                </a:solidFill>
              </a:rPr>
              <a:t>Lorem ipsum dolor sit </a:t>
            </a:r>
            <a:r>
              <a:rPr lang="en-US" baseline="0" dirty="0" err="1">
                <a:solidFill>
                  <a:schemeClr val="tx1"/>
                </a:solidFill>
              </a:rPr>
              <a:t>amet</a:t>
            </a:r>
            <a:r>
              <a:rPr lang="en-US" baseline="0" dirty="0">
                <a:solidFill>
                  <a:schemeClr val="tx1"/>
                </a:solidFill>
              </a:rPr>
              <a:t>, </a:t>
            </a:r>
            <a:r>
              <a:rPr lang="en-US" baseline="0" dirty="0" err="1">
                <a:solidFill>
                  <a:schemeClr val="tx1"/>
                </a:solidFill>
              </a:rPr>
              <a:t>consectetur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adipiscing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elit</a:t>
            </a:r>
            <a:r>
              <a:rPr lang="en-US" baseline="0" dirty="0">
                <a:solidFill>
                  <a:schemeClr val="tx1"/>
                </a:solidFill>
              </a:rPr>
              <a:t>. Cras </a:t>
            </a:r>
            <a:r>
              <a:rPr lang="en-US" baseline="0" dirty="0" err="1">
                <a:solidFill>
                  <a:schemeClr val="tx1"/>
                </a:solidFill>
              </a:rPr>
              <a:t>eu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urna</a:t>
            </a:r>
            <a:r>
              <a:rPr lang="en-US" baseline="0" dirty="0">
                <a:solidFill>
                  <a:schemeClr val="tx1"/>
                </a:solidFill>
              </a:rPr>
              <a:t> semper </a:t>
            </a:r>
            <a:r>
              <a:rPr lang="en-US" baseline="0" dirty="0" err="1">
                <a:solidFill>
                  <a:schemeClr val="tx1"/>
                </a:solidFill>
              </a:rPr>
              <a:t>mauris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viverra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sollicitudin</a:t>
            </a:r>
            <a:r>
              <a:rPr lang="en-US" baseline="0" dirty="0">
                <a:solidFill>
                  <a:schemeClr val="tx1"/>
                </a:solidFill>
              </a:rPr>
              <a:t>. </a:t>
            </a:r>
          </a:p>
          <a:p>
            <a:pPr marL="0" indent="0">
              <a:lnSpc>
                <a:spcPts val="3660"/>
              </a:lnSpc>
              <a:buNone/>
            </a:pPr>
            <a:r>
              <a:rPr lang="en-US" baseline="0" dirty="0">
                <a:solidFill>
                  <a:schemeClr val="tx1"/>
                </a:solidFill>
              </a:rPr>
              <a:t>Lorem ipsum dolor sit </a:t>
            </a:r>
            <a:r>
              <a:rPr lang="en-US" baseline="0" dirty="0" err="1">
                <a:solidFill>
                  <a:schemeClr val="tx1"/>
                </a:solidFill>
              </a:rPr>
              <a:t>amet</a:t>
            </a:r>
            <a:r>
              <a:rPr lang="en-US" baseline="0" dirty="0">
                <a:solidFill>
                  <a:schemeClr val="tx1"/>
                </a:solidFill>
              </a:rPr>
              <a:t>, </a:t>
            </a:r>
            <a:r>
              <a:rPr lang="en-US" baseline="0" dirty="0" err="1">
                <a:solidFill>
                  <a:schemeClr val="tx1"/>
                </a:solidFill>
              </a:rPr>
              <a:t>consectetur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adipiscing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elit</a:t>
            </a:r>
            <a:r>
              <a:rPr lang="en-US" baseline="0" dirty="0">
                <a:solidFill>
                  <a:schemeClr val="tx1"/>
                </a:solidFill>
              </a:rPr>
              <a:t>, sed do </a:t>
            </a:r>
            <a:r>
              <a:rPr lang="en-US" baseline="0" dirty="0" err="1">
                <a:solidFill>
                  <a:schemeClr val="tx1"/>
                </a:solidFill>
              </a:rPr>
              <a:t>eiusmod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tempor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incididunt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ut</a:t>
            </a:r>
            <a:r>
              <a:rPr lang="en-US" baseline="0" dirty="0">
                <a:solidFill>
                  <a:schemeClr val="tx1"/>
                </a:solidFill>
              </a:rPr>
              <a:t> labore et dolore magna </a:t>
            </a:r>
            <a:r>
              <a:rPr lang="en-US" baseline="0" dirty="0" err="1">
                <a:solidFill>
                  <a:schemeClr val="tx1"/>
                </a:solidFill>
              </a:rPr>
              <a:t>aliqua</a:t>
            </a:r>
            <a:r>
              <a:rPr lang="en-US" baseline="0" dirty="0">
                <a:solidFill>
                  <a:schemeClr val="tx1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6974581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title with tex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833FB3-78F2-8EE5-5D7E-386CC5C1C4C3}"/>
              </a:ext>
            </a:extLst>
          </p:cNvPr>
          <p:cNvSpPr/>
          <p:nvPr userDrawn="1"/>
        </p:nvSpPr>
        <p:spPr>
          <a:xfrm>
            <a:off x="-54141" y="0"/>
            <a:ext cx="9329057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B969DC-FE00-0D81-861C-0F8D679954F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8" y="1597737"/>
            <a:ext cx="2275928" cy="137669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AA289E2F-7B17-CDF7-9C5B-CF24051E6E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489" y="3185056"/>
            <a:ext cx="2273207" cy="266700"/>
          </a:xfrm>
        </p:spPr>
        <p:txBody>
          <a:bodyPr>
            <a:noAutofit/>
          </a:bodyPr>
          <a:lstStyle>
            <a:lvl1pPr marL="0" indent="0">
              <a:buNone/>
              <a:defRPr sz="135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17145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A0D16D6-D370-970C-B020-29B70939DD6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09193" y="714621"/>
            <a:ext cx="5477608" cy="55340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Cras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semper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. 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19269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title with pictur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6C80356F-7DFD-D44A-96E1-8BFB5F538910}"/>
              </a:ext>
            </a:extLst>
          </p:cNvPr>
          <p:cNvSpPr txBox="1">
            <a:spLocks/>
          </p:cNvSpPr>
          <p:nvPr userDrawn="1"/>
        </p:nvSpPr>
        <p:spPr>
          <a:xfrm>
            <a:off x="392199" y="3205994"/>
            <a:ext cx="2254496" cy="317387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200" b="1" i="0" kern="1200" spc="300" baseline="0">
                <a:solidFill>
                  <a:schemeClr val="tx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457200" indent="0" algn="ctr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>
                <a:solidFill>
                  <a:schemeClr val="bg1"/>
                </a:solidFill>
              </a:rPr>
              <a:t>SUBTITLE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7C8055-4C29-C92C-ED62-6007DF39BF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35808" y="0"/>
            <a:ext cx="6108192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3DA251B-99F5-9F4C-411B-A2A9EECF40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8" y="1597736"/>
            <a:ext cx="2275928" cy="1497157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tx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7D2426A9-12C0-BD8C-0F81-78F68F7648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489" y="3185056"/>
            <a:ext cx="2273207" cy="266700"/>
          </a:xfrm>
        </p:spPr>
        <p:txBody>
          <a:bodyPr>
            <a:noAutofit/>
          </a:bodyPr>
          <a:lstStyle>
            <a:lvl1pPr marL="0" indent="0">
              <a:buNone/>
              <a:defRPr sz="1350" b="0" i="1" spc="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17145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17570829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title with pictur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C19243-FD55-0C4B-85ED-C961C8BBE12B}"/>
              </a:ext>
            </a:extLst>
          </p:cNvPr>
          <p:cNvSpPr/>
          <p:nvPr userDrawn="1"/>
        </p:nvSpPr>
        <p:spPr>
          <a:xfrm>
            <a:off x="0" y="0"/>
            <a:ext cx="303276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748675B-48D6-79E2-5C34-D4B438BAC43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032760" y="0"/>
            <a:ext cx="611124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F8D125-6703-D6A3-E599-4C3C1DC563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8" y="1597737"/>
            <a:ext cx="2275928" cy="137669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A1C18EDC-9FCD-1109-ADAE-E5F5E5125E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489" y="3185056"/>
            <a:ext cx="2273207" cy="266700"/>
          </a:xfrm>
        </p:spPr>
        <p:txBody>
          <a:bodyPr>
            <a:noAutofit/>
          </a:bodyPr>
          <a:lstStyle>
            <a:lvl1pPr marL="0" indent="0">
              <a:buNone/>
              <a:defRPr sz="135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17145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68340043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title with image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C74E013-4D5E-B145-9B9B-C9D39954A54D}"/>
              </a:ext>
            </a:extLst>
          </p:cNvPr>
          <p:cNvSpPr/>
          <p:nvPr userDrawn="1"/>
        </p:nvSpPr>
        <p:spPr>
          <a:xfrm>
            <a:off x="0" y="0"/>
            <a:ext cx="303276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10C2358D-A18B-3E8F-ED7E-29A949F0E3A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032760" y="10510"/>
            <a:ext cx="611124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6E6908-3247-AFD5-143D-788E8233F1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8" y="1597737"/>
            <a:ext cx="2275928" cy="137669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83B39C0D-A644-8ACE-91C2-0360C6765C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489" y="3185056"/>
            <a:ext cx="2273207" cy="266700"/>
          </a:xfrm>
        </p:spPr>
        <p:txBody>
          <a:bodyPr>
            <a:noAutofit/>
          </a:bodyPr>
          <a:lstStyle>
            <a:lvl1pPr marL="0" indent="0">
              <a:buNone/>
              <a:defRPr sz="135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17145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53953808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title with two images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934353B-58DB-AD4D-87DC-EFED0AB27ED7}"/>
              </a:ext>
            </a:extLst>
          </p:cNvPr>
          <p:cNvSpPr/>
          <p:nvPr userDrawn="1"/>
        </p:nvSpPr>
        <p:spPr>
          <a:xfrm>
            <a:off x="0" y="0"/>
            <a:ext cx="303276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7897CA89-5748-AA20-F723-272588182E4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038894" y="0"/>
            <a:ext cx="3021293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BF501650-0634-F4E8-C690-366D8B3F490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2708" y="0"/>
            <a:ext cx="3021293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FD59C3F-0AF2-0444-1D15-46D26738AF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8" y="1597737"/>
            <a:ext cx="2275928" cy="137669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8EB04A69-8814-A535-C9A3-245911686F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489" y="3185056"/>
            <a:ext cx="2273207" cy="266700"/>
          </a:xfrm>
        </p:spPr>
        <p:txBody>
          <a:bodyPr>
            <a:noAutofit/>
          </a:bodyPr>
          <a:lstStyle>
            <a:lvl1pPr marL="0" indent="0">
              <a:buNone/>
              <a:defRPr sz="135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17145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81018556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title with two image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B00A879-F7DC-0A4E-B19F-11E2B3030DA6}"/>
              </a:ext>
            </a:extLst>
          </p:cNvPr>
          <p:cNvSpPr/>
          <p:nvPr userDrawn="1"/>
        </p:nvSpPr>
        <p:spPr>
          <a:xfrm>
            <a:off x="0" y="0"/>
            <a:ext cx="3032760" cy="6858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8198D753-C590-40D3-8E45-348754FA7B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038894" y="0"/>
            <a:ext cx="3021293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E45C83D-F071-E727-7301-0D5888B9EF5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2708" y="0"/>
            <a:ext cx="3021293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7536E48-9B1E-2FA0-2DE1-0E3FEA03DE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8" y="1597737"/>
            <a:ext cx="2275928" cy="137669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tx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C9F18EE0-F9FA-D8F4-07DD-3656B4BCFC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489" y="3185056"/>
            <a:ext cx="2273207" cy="266700"/>
          </a:xfrm>
        </p:spPr>
        <p:txBody>
          <a:bodyPr>
            <a:noAutofit/>
          </a:bodyPr>
          <a:lstStyle>
            <a:lvl1pPr marL="0" indent="0">
              <a:buNone/>
              <a:defRPr sz="1350" b="0" i="1" spc="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17145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63683994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images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B4C11385-65BF-8528-422D-FCC44203E7C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038894" y="0"/>
            <a:ext cx="3021293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E245F8A8-299F-3198-D2B8-0F1B9A7A5B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2708" y="0"/>
            <a:ext cx="3021293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71D31A01-605A-E333-95CB-3884502B66C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2974829" cy="6858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15492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picture masonry galler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D4592B32-C73A-DA59-9DFB-C56900E22B9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038894" y="0"/>
            <a:ext cx="3021293" cy="23774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E25C02FF-184F-B181-FF38-6A2EC69DA8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38894" y="2450592"/>
            <a:ext cx="3021293" cy="440740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1323BCDF-9792-02C5-8366-1F44FD1988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22708" y="-1"/>
            <a:ext cx="3021293" cy="440740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649D1614-E51C-F898-5162-9A5553F55E0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19623" y="4480560"/>
            <a:ext cx="3021293" cy="237744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C22723B-A2CC-BF98-A503-023DEB3CA6C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7" y="1597737"/>
            <a:ext cx="1978295" cy="137669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tx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Gallery page title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C8192F7-7296-ABF5-B5CD-CB65E66102B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3489" y="3185056"/>
            <a:ext cx="1975574" cy="266700"/>
          </a:xfrm>
        </p:spPr>
        <p:txBody>
          <a:bodyPr>
            <a:noAutofit/>
          </a:bodyPr>
          <a:lstStyle>
            <a:lvl1pPr marL="0" indent="0">
              <a:buNone/>
              <a:defRPr sz="1350" b="0" i="1" spc="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17145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08180400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picture masonry gallery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05C1A75-6308-7342-BD74-E48BCE51672A}"/>
              </a:ext>
            </a:extLst>
          </p:cNvPr>
          <p:cNvSpPr/>
          <p:nvPr userDrawn="1"/>
        </p:nvSpPr>
        <p:spPr>
          <a:xfrm>
            <a:off x="-92528" y="0"/>
            <a:ext cx="9236529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 dirty="0">
              <a:solidFill>
                <a:schemeClr val="bg1"/>
              </a:solidFill>
            </a:endParaRP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D8422083-4751-5AA8-E783-DA89DED6E39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038894" y="0"/>
            <a:ext cx="3021293" cy="23774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2A4E33C0-821E-A556-8227-50870BD882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38894" y="2450592"/>
            <a:ext cx="3021293" cy="440740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27F7C4F6-1119-9262-0FCE-88497A31EE2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22708" y="-1"/>
            <a:ext cx="3021293" cy="440740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BD39167-112A-7A21-6F14-F26D555A631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19623" y="4480560"/>
            <a:ext cx="3021293" cy="237744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AFAD965-AB10-FFFE-CB0A-8CB37E85360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7" y="1597737"/>
            <a:ext cx="1978295" cy="137669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Gallery page title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A1575509-F87E-CB41-0A52-7C509E5DEB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3489" y="3185056"/>
            <a:ext cx="1975574" cy="266700"/>
          </a:xfrm>
        </p:spPr>
        <p:txBody>
          <a:bodyPr>
            <a:noAutofit/>
          </a:bodyPr>
          <a:lstStyle>
            <a:lvl1pPr marL="0" indent="0">
              <a:buNone/>
              <a:defRPr sz="135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17145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6015262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picture masonry gallery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C135157-004F-A94C-A322-613CD2EC1051}"/>
              </a:ext>
            </a:extLst>
          </p:cNvPr>
          <p:cNvSpPr/>
          <p:nvPr userDrawn="1"/>
        </p:nvSpPr>
        <p:spPr>
          <a:xfrm>
            <a:off x="-92528" y="0"/>
            <a:ext cx="9236529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3121AECD-1676-374F-891A-7D1F5B7C1FF1}"/>
              </a:ext>
            </a:extLst>
          </p:cNvPr>
          <p:cNvSpPr txBox="1">
            <a:spLocks/>
          </p:cNvSpPr>
          <p:nvPr userDrawn="1"/>
        </p:nvSpPr>
        <p:spPr>
          <a:xfrm>
            <a:off x="3035808" y="0"/>
            <a:ext cx="3024378" cy="23774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68580" tIns="34290" rIns="68580" bIns="3429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/>
              <a:t>Insert Picture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B184FFA9-4D24-314E-9F1A-E0C3413EF5CC}"/>
              </a:ext>
            </a:extLst>
          </p:cNvPr>
          <p:cNvSpPr txBox="1">
            <a:spLocks/>
          </p:cNvSpPr>
          <p:nvPr userDrawn="1"/>
        </p:nvSpPr>
        <p:spPr>
          <a:xfrm>
            <a:off x="3035808" y="2450592"/>
            <a:ext cx="3024378" cy="44074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/>
              <a:t>Insert Picture</a:t>
            </a:r>
            <a:endParaRPr lang="en-US" sz="1050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31857D0D-7103-7840-940D-D6493A32F3B7}"/>
              </a:ext>
            </a:extLst>
          </p:cNvPr>
          <p:cNvSpPr txBox="1">
            <a:spLocks/>
          </p:cNvSpPr>
          <p:nvPr userDrawn="1"/>
        </p:nvSpPr>
        <p:spPr>
          <a:xfrm>
            <a:off x="6119622" y="0"/>
            <a:ext cx="3024378" cy="44074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/>
              <a:t>Insert Picture</a:t>
            </a:r>
            <a:endParaRPr lang="en-US" sz="1050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714FCBAA-562E-7C44-BB5B-DB6D86790C70}"/>
              </a:ext>
            </a:extLst>
          </p:cNvPr>
          <p:cNvSpPr txBox="1">
            <a:spLocks/>
          </p:cNvSpPr>
          <p:nvPr userDrawn="1"/>
        </p:nvSpPr>
        <p:spPr>
          <a:xfrm>
            <a:off x="6119622" y="4480560"/>
            <a:ext cx="3024378" cy="23774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/>
              <a:t>Insert Picture</a:t>
            </a:r>
            <a:endParaRPr lang="en-US" sz="1050" dirty="0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7FA95BD7-ECC8-3CF5-46CC-EAC4D493A8A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038894" y="0"/>
            <a:ext cx="3021293" cy="23774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0082CE22-636C-E06A-BA39-2197CF8208F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38894" y="2450592"/>
            <a:ext cx="3021293" cy="440740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3E8AF0C2-C040-C234-81A2-F6B4F5E94CF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22708" y="-1"/>
            <a:ext cx="3021293" cy="440740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97F8D38-51A9-0310-7EDA-82665351C6F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19623" y="4480560"/>
            <a:ext cx="3021293" cy="237744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AF3B9AA-1EB9-B895-13DD-6E53D199B9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7" y="1597737"/>
            <a:ext cx="1978295" cy="137669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Gallery page title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3926DF91-CB93-BE75-6714-50E45D53D2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3489" y="3185056"/>
            <a:ext cx="1975574" cy="266700"/>
          </a:xfrm>
        </p:spPr>
        <p:txBody>
          <a:bodyPr>
            <a:noAutofit/>
          </a:bodyPr>
          <a:lstStyle>
            <a:lvl1pPr marL="0" indent="0">
              <a:buNone/>
              <a:defRPr sz="135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17145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6783139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 picture masonry galler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44407F55-9F8B-CFB8-1B4D-DFE77B68F37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038894" y="0"/>
            <a:ext cx="1992418" cy="3429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B8061204-7764-E2D1-7AAA-B10D9B6ECA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38894" y="3486148"/>
            <a:ext cx="1985228" cy="337820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70DBCDF1-021A-7BE3-B53A-887126B88D8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19852" y="7748"/>
            <a:ext cx="1957055" cy="165223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EB3E7A70-BD34-1297-5064-EBE5BB5009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19852" y="1750825"/>
            <a:ext cx="1957055" cy="337081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6C618F24-A1FF-DEFE-48FC-DFADF3AB1D9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19852" y="5212481"/>
            <a:ext cx="1957055" cy="163777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id="{52794C9F-4857-8416-D697-D8A5BD1DC52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160781" y="-6350"/>
            <a:ext cx="1992418" cy="3429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B71335A9-56CA-C44E-C210-7A39320CAFC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160780" y="3479798"/>
            <a:ext cx="1985228" cy="337820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BF1712F-3EDE-9144-C8B3-D9515E447D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7" y="1597737"/>
            <a:ext cx="1978295" cy="137669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tx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Gallery page title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9E771D9-2182-0886-CF5C-F9E6A91B8A7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3488" y="3185056"/>
            <a:ext cx="2283002" cy="266700"/>
          </a:xfrm>
        </p:spPr>
        <p:txBody>
          <a:bodyPr>
            <a:noAutofit/>
          </a:bodyPr>
          <a:lstStyle>
            <a:lvl1pPr marL="0" indent="0">
              <a:buNone/>
              <a:defRPr sz="1350" b="0" i="1" spc="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17145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56387325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picture grid galler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CD52250D-592A-6A0E-2EC4-348B240C197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038894" y="0"/>
            <a:ext cx="3020411" cy="3429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C98FAF4C-C5F8-CD7C-AD17-DBEE12CD81E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38894" y="3486148"/>
            <a:ext cx="3020411" cy="337820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1A4A5ECA-F9C5-C40F-CBDD-C2AAD668B0C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24994" y="659"/>
            <a:ext cx="3020411" cy="3429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D35514F-BA11-3F45-D395-B82E2401388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4994" y="3486807"/>
            <a:ext cx="3020411" cy="337820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860381D-CFDD-5C2B-95C0-FDF866D49D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7" y="1597737"/>
            <a:ext cx="1978295" cy="137669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tx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Gallery page title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D48BE400-0752-DB82-2E62-48BFF7662F9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3489" y="3185056"/>
            <a:ext cx="1975574" cy="266700"/>
          </a:xfrm>
        </p:spPr>
        <p:txBody>
          <a:bodyPr>
            <a:noAutofit/>
          </a:bodyPr>
          <a:lstStyle>
            <a:lvl1pPr marL="0" indent="0">
              <a:buNone/>
              <a:defRPr sz="1350" b="0" i="1" spc="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17145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A98113E-11D6-5C45-FA05-F78F2430D9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1716" y="5805490"/>
            <a:ext cx="2351484" cy="657225"/>
          </a:xfrm>
        </p:spPr>
        <p:txBody>
          <a:bodyPr>
            <a:noAutofit/>
          </a:bodyPr>
          <a:lstStyle>
            <a:lvl1pPr marL="0" indent="0">
              <a:buNone/>
              <a:defRPr sz="900">
                <a:latin typeface="+mn-lt"/>
              </a:defRPr>
            </a:lvl1pPr>
          </a:lstStyle>
          <a:p>
            <a:r>
              <a:rPr lang="en-US" dirty="0"/>
              <a:t>Caption here. Cras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non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a </a:t>
            </a:r>
            <a:r>
              <a:rPr lang="en-US" dirty="0" err="1"/>
              <a:t>velit</a:t>
            </a:r>
            <a:r>
              <a:rPr lang="en-US" dirty="0"/>
              <a:t>. Ut vitae </a:t>
            </a:r>
            <a:r>
              <a:rPr lang="en-US" dirty="0" err="1"/>
              <a:t>faucibus</a:t>
            </a:r>
            <a:r>
              <a:rPr lang="en-US" dirty="0"/>
              <a:t> sem. Donec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dui id </a:t>
            </a:r>
            <a:r>
              <a:rPr lang="en-US" dirty="0" err="1"/>
              <a:t>blandit</a:t>
            </a:r>
            <a:r>
              <a:rPr lang="en-US" dirty="0"/>
              <a:t>. Nunc id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, vel </a:t>
            </a:r>
            <a:r>
              <a:rPr lang="en-US" dirty="0" err="1"/>
              <a:t>efficitur</a:t>
            </a:r>
            <a:r>
              <a:rPr lang="en-US" dirty="0"/>
              <a:t> </a:t>
            </a:r>
            <a:r>
              <a:rPr lang="en-US" dirty="0" err="1"/>
              <a:t>metus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85628930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picture grid gallery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97A8331-D128-874B-B3ED-BD87C5E97539}"/>
              </a:ext>
            </a:extLst>
          </p:cNvPr>
          <p:cNvSpPr/>
          <p:nvPr userDrawn="1"/>
        </p:nvSpPr>
        <p:spPr>
          <a:xfrm>
            <a:off x="-92529" y="0"/>
            <a:ext cx="9329057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F0F530B-4EF3-F06D-7C39-8B4C027B7C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7" y="1597737"/>
            <a:ext cx="1978295" cy="137669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Gallery page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220A1CBE-9A9E-ECA7-49BE-FE318748B1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489" y="3185056"/>
            <a:ext cx="1975574" cy="266700"/>
          </a:xfrm>
        </p:spPr>
        <p:txBody>
          <a:bodyPr>
            <a:noAutofit/>
          </a:bodyPr>
          <a:lstStyle>
            <a:lvl1pPr marL="0" indent="0">
              <a:buNone/>
              <a:defRPr sz="135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17145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9431044A-4E40-179C-2D74-8024D764A5F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1716" y="5805490"/>
            <a:ext cx="2351484" cy="657225"/>
          </a:xfrm>
        </p:spPr>
        <p:txBody>
          <a:bodyPr>
            <a:noAutofit/>
          </a:bodyPr>
          <a:lstStyle>
            <a:lvl1pPr marL="0" indent="0">
              <a:buNone/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Caption here. Cras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non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a </a:t>
            </a:r>
            <a:r>
              <a:rPr lang="en-US" dirty="0" err="1"/>
              <a:t>velit</a:t>
            </a:r>
            <a:r>
              <a:rPr lang="en-US" dirty="0"/>
              <a:t>. Ut vitae </a:t>
            </a:r>
            <a:r>
              <a:rPr lang="en-US" dirty="0" err="1"/>
              <a:t>faucibus</a:t>
            </a:r>
            <a:r>
              <a:rPr lang="en-US" dirty="0"/>
              <a:t> sem. Donec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dui id </a:t>
            </a:r>
            <a:r>
              <a:rPr lang="en-US" dirty="0" err="1"/>
              <a:t>blandit</a:t>
            </a:r>
            <a:r>
              <a:rPr lang="en-US" dirty="0"/>
              <a:t>. Nunc id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, vel </a:t>
            </a:r>
            <a:r>
              <a:rPr lang="en-US" dirty="0" err="1"/>
              <a:t>efficitur</a:t>
            </a:r>
            <a:r>
              <a:rPr lang="en-US" dirty="0"/>
              <a:t> </a:t>
            </a:r>
            <a:r>
              <a:rPr lang="en-US" dirty="0" err="1"/>
              <a:t>metus</a:t>
            </a:r>
            <a:r>
              <a:rPr lang="en-US" dirty="0"/>
              <a:t>. 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EF666DE-CFCE-6517-DB0D-87B619E3A98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038894" y="0"/>
            <a:ext cx="3020411" cy="3429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16E47F64-FDB8-75A5-571A-DB61DF42A9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38894" y="3486148"/>
            <a:ext cx="3020411" cy="337820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96083478-C30F-4A21-5465-504D79F8D1B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24994" y="659"/>
            <a:ext cx="3020411" cy="3429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4F0E9131-8E74-EEF0-F364-C7C5994FC9E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124994" y="3486807"/>
            <a:ext cx="3020411" cy="337820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74586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image with sub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0111290-CC74-3548-11A3-BC4FE157A7B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7" y="1597737"/>
            <a:ext cx="1978295" cy="137669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tx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Gallery page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65AF8CE4-00E5-F4D3-F0FB-8BBC9E95D9D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489" y="3185056"/>
            <a:ext cx="1975574" cy="266700"/>
          </a:xfrm>
        </p:spPr>
        <p:txBody>
          <a:bodyPr>
            <a:noAutofit/>
          </a:bodyPr>
          <a:lstStyle>
            <a:lvl1pPr marL="0" indent="0">
              <a:buNone/>
              <a:defRPr sz="1350" b="0" i="1" spc="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17145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2B614F79-8C3E-9B7F-136C-46CBA04CA3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032760" y="10510"/>
            <a:ext cx="611124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CB95CA1E-138F-AC2C-954E-572D8B3ED2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0102" y="6003579"/>
            <a:ext cx="2276475" cy="450850"/>
          </a:xfrm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900" dirty="0"/>
              <a:t>Caption caption caption.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70666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image with subtitl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727C2AB-62FC-D444-BDA2-B209A9D810D8}"/>
              </a:ext>
            </a:extLst>
          </p:cNvPr>
          <p:cNvSpPr/>
          <p:nvPr userDrawn="1"/>
        </p:nvSpPr>
        <p:spPr>
          <a:xfrm>
            <a:off x="0" y="0"/>
            <a:ext cx="303276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750BC7C-018E-2D04-5C75-24EE70C9F2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7" y="1597737"/>
            <a:ext cx="1978295" cy="137669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Gallery page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27C36B33-7438-E96F-1BC4-32AA585A0C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489" y="3185056"/>
            <a:ext cx="1975574" cy="266700"/>
          </a:xfrm>
        </p:spPr>
        <p:txBody>
          <a:bodyPr>
            <a:noAutofit/>
          </a:bodyPr>
          <a:lstStyle>
            <a:lvl1pPr marL="0" indent="0">
              <a:buNone/>
              <a:defRPr sz="135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17145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" name="Picture Placeholder 11">
            <a:extLst>
              <a:ext uri="{FF2B5EF4-FFF2-40B4-BE49-F238E27FC236}">
                <a16:creationId xmlns:a16="http://schemas.microsoft.com/office/drawing/2014/main" id="{50FE3F16-A821-B3A7-DC00-E9D27FF81F1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032760" y="10510"/>
            <a:ext cx="611124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DE249EE8-08AE-FE5A-918B-0D489684FA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0102" y="6003579"/>
            <a:ext cx="2276475" cy="450850"/>
          </a:xfrm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900" dirty="0"/>
              <a:t>Caption caption caption.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894813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bullets with sub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18184268-5606-D44B-BBA8-30AB93286F51}"/>
              </a:ext>
            </a:extLst>
          </p:cNvPr>
          <p:cNvSpPr txBox="1">
            <a:spLocks/>
          </p:cNvSpPr>
          <p:nvPr userDrawn="1"/>
        </p:nvSpPr>
        <p:spPr>
          <a:xfrm>
            <a:off x="3374136" y="877826"/>
            <a:ext cx="5467181" cy="4632735"/>
          </a:xfrm>
          <a:prstGeom prst="rect">
            <a:avLst/>
          </a:prstGeom>
        </p:spPr>
        <p:txBody>
          <a:bodyPr anchor="t" anchorCtr="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745"/>
              </a:lnSpc>
            </a:pPr>
            <a:endParaRPr lang="en-US" sz="2100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505AF5D-C9EB-1385-8ECB-1F6580D758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8" y="1597737"/>
            <a:ext cx="2275928" cy="152198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tx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BD08D64C-5295-E9C3-4851-5BB45DBB18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489" y="3185056"/>
            <a:ext cx="2273207" cy="266700"/>
          </a:xfrm>
        </p:spPr>
        <p:txBody>
          <a:bodyPr>
            <a:noAutofit/>
          </a:bodyPr>
          <a:lstStyle>
            <a:lvl1pPr marL="0" indent="0">
              <a:buNone/>
              <a:defRPr sz="1350" b="0" i="1" spc="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17145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1CF9824-8975-E2D2-BA96-BE94AD22236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08735" y="712790"/>
            <a:ext cx="5438775" cy="5456237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96837843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bullet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96D7331-1A41-704A-B826-EDF4031A20D5}"/>
              </a:ext>
            </a:extLst>
          </p:cNvPr>
          <p:cNvSpPr/>
          <p:nvPr userDrawn="1"/>
        </p:nvSpPr>
        <p:spPr>
          <a:xfrm>
            <a:off x="0" y="0"/>
            <a:ext cx="303276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4AA95B1-1DE6-4557-AE9D-D95D364440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8" y="1597735"/>
            <a:ext cx="2275928" cy="1925644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Slide title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4E5C5303-4DAA-0E22-F5FD-F9E6D4B3B89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23034" y="984741"/>
            <a:ext cx="5438775" cy="5078779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09756413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bullets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FF0AB2C-A2ED-E145-8078-D59ED5D19462}"/>
              </a:ext>
            </a:extLst>
          </p:cNvPr>
          <p:cNvSpPr/>
          <p:nvPr userDrawn="1"/>
        </p:nvSpPr>
        <p:spPr>
          <a:xfrm>
            <a:off x="-48985" y="0"/>
            <a:ext cx="9329057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A1E5718-7B62-CFA0-6BF2-E1C0B96059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8" y="1597735"/>
            <a:ext cx="2275928" cy="1925644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Slide title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9F3E70E3-26EC-6C80-2E56-47764063593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69373" y="984741"/>
            <a:ext cx="5438775" cy="5078779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87105386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bullets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9A4445C-B3FB-124F-929E-2B7DA477FDD0}"/>
              </a:ext>
            </a:extLst>
          </p:cNvPr>
          <p:cNvSpPr/>
          <p:nvPr userDrawn="1"/>
        </p:nvSpPr>
        <p:spPr>
          <a:xfrm>
            <a:off x="-48985" y="0"/>
            <a:ext cx="9329057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D4EA037-B19B-0E01-460A-8A873D5259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8" y="1597735"/>
            <a:ext cx="2275928" cy="1478952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56B25A33-D6AC-2644-7678-0677724F15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489" y="3185056"/>
            <a:ext cx="2273207" cy="266700"/>
          </a:xfrm>
        </p:spPr>
        <p:txBody>
          <a:bodyPr>
            <a:noAutofit/>
          </a:bodyPr>
          <a:lstStyle>
            <a:lvl1pPr marL="0" indent="0">
              <a:buNone/>
              <a:defRPr sz="135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17145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0E405D1-0296-1352-0B27-EB91D9A9EE6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69373" y="984741"/>
            <a:ext cx="5438775" cy="5078779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1444048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ullets with left pictur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1A4375E-E973-8F60-5CBC-E9EA62B2C461}"/>
              </a:ext>
            </a:extLst>
          </p:cNvPr>
          <p:cNvSpPr/>
          <p:nvPr userDrawn="1"/>
        </p:nvSpPr>
        <p:spPr>
          <a:xfrm>
            <a:off x="3032758" y="0"/>
            <a:ext cx="6111242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B8CFB99D-819D-633A-9F7C-E599C01C5F5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69373" y="984741"/>
            <a:ext cx="5438775" cy="5078779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8D8149A3-F59D-BE75-AB5C-D86EC6C3269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" y="2494626"/>
            <a:ext cx="3032759" cy="43633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7619B55-6525-D80A-7008-E0C00F21DE0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8" y="851506"/>
            <a:ext cx="2275928" cy="1261075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tx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885489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60" userDrawn="1">
          <p15:clr>
            <a:srgbClr val="FBAE40"/>
          </p15:clr>
        </p15:guide>
        <p15:guide id="2" orient="horz" pos="648" userDrawn="1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ullets with left pictur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983D7CC-30F1-554F-B990-08AAED526E21}"/>
              </a:ext>
            </a:extLst>
          </p:cNvPr>
          <p:cNvSpPr/>
          <p:nvPr userDrawn="1"/>
        </p:nvSpPr>
        <p:spPr>
          <a:xfrm>
            <a:off x="0" y="0"/>
            <a:ext cx="303276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4111BCE-BDA9-2B6D-9928-BE641176BD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8" y="851506"/>
            <a:ext cx="2275928" cy="1261075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Slide title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4D7F3FB8-60AA-403E-F103-7D674AC277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7290" y="972383"/>
            <a:ext cx="5438775" cy="5078779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CB9CA651-4D6A-D64A-891D-DE26EF9669F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" y="2494626"/>
            <a:ext cx="3032759" cy="43633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179726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scree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ADB7183-A032-FB4E-90D2-92557AEC50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DDD2F4-5298-29C7-EDE0-1151A4AF90F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2731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images on blue backgrou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indoor, arch, colonnade&#10;&#10;Description automatically generated">
            <a:extLst>
              <a:ext uri="{FF2B5EF4-FFF2-40B4-BE49-F238E27FC236}">
                <a16:creationId xmlns:a16="http://schemas.microsoft.com/office/drawing/2014/main" id="{0D398ABC-CE4E-8B4C-B1EE-EC4257E995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9502" y="1135138"/>
            <a:ext cx="5888118" cy="4415270"/>
          </a:xfrm>
          <a:prstGeom prst="rect">
            <a:avLst/>
          </a:prstGeom>
        </p:spPr>
      </p:pic>
      <p:pic>
        <p:nvPicPr>
          <p:cNvPr id="6" name="Picture 5" descr="A person sitting on a ledge using a computer&#10;&#10;Description automatically generated with medium confidence">
            <a:extLst>
              <a:ext uri="{FF2B5EF4-FFF2-40B4-BE49-F238E27FC236}">
                <a16:creationId xmlns:a16="http://schemas.microsoft.com/office/drawing/2014/main" id="{9237F60B-15B0-3B4A-8ECB-58E5CFD4C2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56249" y="1135138"/>
            <a:ext cx="2105406" cy="4419714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A5DE1E-D4D3-4B08-4216-86AC36FC646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9581" y="1135065"/>
            <a:ext cx="5887641" cy="4414837"/>
          </a:xfrm>
        </p:spPr>
        <p:txBody>
          <a:bodyPr/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DA54E1E-53AE-BE19-DEE3-14D0FB6718C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56772" y="1135065"/>
            <a:ext cx="2105025" cy="441483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464501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 rectangle on imag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people in a classroom&#10;&#10;Description automatically generated with low confidence">
            <a:extLst>
              <a:ext uri="{FF2B5EF4-FFF2-40B4-BE49-F238E27FC236}">
                <a16:creationId xmlns:a16="http://schemas.microsoft.com/office/drawing/2014/main" id="{4BDB933F-3F67-634A-B239-7E149523FB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"/>
            <a:ext cx="9141699" cy="6857990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1AAF9DD7-0F2C-6B3A-F6A3-CE564350671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2A1C5A-EAA4-F642-B1CA-508C2469F921}"/>
              </a:ext>
            </a:extLst>
          </p:cNvPr>
          <p:cNvSpPr/>
          <p:nvPr userDrawn="1"/>
        </p:nvSpPr>
        <p:spPr>
          <a:xfrm>
            <a:off x="2818638" y="4606927"/>
            <a:ext cx="6325362" cy="125272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B22E79-1B97-56A7-B228-A90078FFBF5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00400" y="5005754"/>
            <a:ext cx="5706666" cy="53926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; </a:t>
            </a:r>
            <a:r>
              <a:rPr lang="en-US" dirty="0" err="1"/>
              <a:t>adipisting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9702446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-pt lis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B04CEBEF-039C-DC43-B83D-ED7E1BFAEDEC}"/>
              </a:ext>
            </a:extLst>
          </p:cNvPr>
          <p:cNvSpPr/>
          <p:nvPr userDrawn="1"/>
        </p:nvSpPr>
        <p:spPr>
          <a:xfrm>
            <a:off x="3335890" y="782377"/>
            <a:ext cx="456347" cy="60846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EF85D7B-BBEB-4643-A97C-6FF4E2941595}"/>
              </a:ext>
            </a:extLst>
          </p:cNvPr>
          <p:cNvSpPr/>
          <p:nvPr userDrawn="1"/>
        </p:nvSpPr>
        <p:spPr>
          <a:xfrm>
            <a:off x="3335890" y="2602242"/>
            <a:ext cx="456347" cy="60846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66C9B41-C20D-8348-88FC-E3ECC4B45F77}"/>
              </a:ext>
            </a:extLst>
          </p:cNvPr>
          <p:cNvSpPr/>
          <p:nvPr userDrawn="1"/>
        </p:nvSpPr>
        <p:spPr>
          <a:xfrm>
            <a:off x="3335890" y="4421470"/>
            <a:ext cx="456347" cy="60846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n-US" sz="18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5E4E5056-1071-EB43-961C-518C32BBC254}"/>
              </a:ext>
            </a:extLst>
          </p:cNvPr>
          <p:cNvSpPr txBox="1">
            <a:spLocks/>
          </p:cNvSpPr>
          <p:nvPr userDrawn="1"/>
        </p:nvSpPr>
        <p:spPr>
          <a:xfrm>
            <a:off x="3336228" y="798474"/>
            <a:ext cx="456010" cy="608462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1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4B3EC6FE-EE04-AC48-A709-6960ED5BDA40}"/>
              </a:ext>
            </a:extLst>
          </p:cNvPr>
          <p:cNvSpPr txBox="1">
            <a:spLocks/>
          </p:cNvSpPr>
          <p:nvPr userDrawn="1"/>
        </p:nvSpPr>
        <p:spPr>
          <a:xfrm>
            <a:off x="3336228" y="2612401"/>
            <a:ext cx="456010" cy="608462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2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246BD078-9144-A040-B00A-FB748C9F10BD}"/>
              </a:ext>
            </a:extLst>
          </p:cNvPr>
          <p:cNvSpPr txBox="1">
            <a:spLocks/>
          </p:cNvSpPr>
          <p:nvPr userDrawn="1"/>
        </p:nvSpPr>
        <p:spPr>
          <a:xfrm>
            <a:off x="3336228" y="4431041"/>
            <a:ext cx="456010" cy="608462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8E21DF-7D50-2F4A-8A85-D21AA332D89A}"/>
              </a:ext>
            </a:extLst>
          </p:cNvPr>
          <p:cNvSpPr/>
          <p:nvPr userDrawn="1"/>
        </p:nvSpPr>
        <p:spPr>
          <a:xfrm>
            <a:off x="0" y="0"/>
            <a:ext cx="303276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A7EFA3E-6CB9-5753-5E16-B3C57BE501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8" y="1597735"/>
            <a:ext cx="2275928" cy="1925644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List title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61BB3FB-2216-3C55-2FAE-13D9854F26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6998" y="901736"/>
            <a:ext cx="4597919" cy="445171"/>
          </a:xfrm>
        </p:spPr>
        <p:txBody>
          <a:bodyPr>
            <a:normAutofit/>
          </a:bodyPr>
          <a:lstStyle>
            <a:lvl1pPr marL="0" indent="0">
              <a:buNone/>
              <a:defRPr sz="1500" b="1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CDDFF6A9-52DA-58F2-BDA9-15907D59C8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53259" y="2755059"/>
            <a:ext cx="4597919" cy="445171"/>
          </a:xfrm>
        </p:spPr>
        <p:txBody>
          <a:bodyPr>
            <a:normAutofit/>
          </a:bodyPr>
          <a:lstStyle>
            <a:lvl1pPr marL="0" indent="0">
              <a:buNone/>
              <a:defRPr sz="1500" b="1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136D2D5D-D5A2-A035-628C-DEAEE035DA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53259" y="4561080"/>
            <a:ext cx="4597919" cy="445171"/>
          </a:xfrm>
        </p:spPr>
        <p:txBody>
          <a:bodyPr>
            <a:normAutofit/>
          </a:bodyPr>
          <a:lstStyle>
            <a:lvl1pPr marL="0" indent="0">
              <a:buNone/>
              <a:defRPr sz="1500" b="1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E9401A22-71B4-C0E8-05DD-D4D2833E6F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53259" y="1417094"/>
            <a:ext cx="4597919" cy="1131967"/>
          </a:xfrm>
        </p:spPr>
        <p:txBody>
          <a:bodyPr>
            <a:norm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mi, in porta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magna,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ipsum dolor (20 words).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EE3F3E11-7AFE-6F0D-2621-C8BCE2923F7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44466" y="3266056"/>
            <a:ext cx="4597919" cy="1131967"/>
          </a:xfrm>
        </p:spPr>
        <p:txBody>
          <a:bodyPr>
            <a:norm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mi, in porta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magna,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ipsum dolor (20 words).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EF10423C-A95D-971C-6FEA-62D3BCEE094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53257" y="5075523"/>
            <a:ext cx="4597919" cy="1131967"/>
          </a:xfrm>
        </p:spPr>
        <p:txBody>
          <a:bodyPr>
            <a:norm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mi, in porta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magna,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ipsum dolor (20 words).</a:t>
            </a:r>
          </a:p>
        </p:txBody>
      </p:sp>
    </p:spTree>
    <p:extLst>
      <p:ext uri="{BB962C8B-B14F-4D97-AF65-F5344CB8AC3E}">
        <p14:creationId xmlns:p14="http://schemas.microsoft.com/office/powerpoint/2010/main" val="107006828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-pt lis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B9417A6-92A5-4D45-A713-D3A7D495A36B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0919440-137F-FE47-AB91-79FF641736D6}"/>
              </a:ext>
            </a:extLst>
          </p:cNvPr>
          <p:cNvSpPr/>
          <p:nvPr userDrawn="1"/>
        </p:nvSpPr>
        <p:spPr>
          <a:xfrm>
            <a:off x="3335890" y="817546"/>
            <a:ext cx="456347" cy="60846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97EC7BF-FC77-6D4D-9E09-787CB4153722}"/>
              </a:ext>
            </a:extLst>
          </p:cNvPr>
          <p:cNvSpPr/>
          <p:nvPr userDrawn="1"/>
        </p:nvSpPr>
        <p:spPr>
          <a:xfrm>
            <a:off x="3335890" y="2602242"/>
            <a:ext cx="456347" cy="60846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0C2C80C-913D-5A4C-A7EB-169A9DF95473}"/>
              </a:ext>
            </a:extLst>
          </p:cNvPr>
          <p:cNvSpPr/>
          <p:nvPr userDrawn="1"/>
        </p:nvSpPr>
        <p:spPr>
          <a:xfrm>
            <a:off x="3335890" y="4421470"/>
            <a:ext cx="456347" cy="60846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n-US" sz="18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F3F3EC6E-0076-CE4E-979D-D4023EB9EC35}"/>
              </a:ext>
            </a:extLst>
          </p:cNvPr>
          <p:cNvSpPr txBox="1">
            <a:spLocks/>
          </p:cNvSpPr>
          <p:nvPr userDrawn="1"/>
        </p:nvSpPr>
        <p:spPr>
          <a:xfrm>
            <a:off x="3336228" y="833643"/>
            <a:ext cx="456010" cy="608462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1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9B787678-B3D8-A940-87B0-916EA194F204}"/>
              </a:ext>
            </a:extLst>
          </p:cNvPr>
          <p:cNvSpPr txBox="1">
            <a:spLocks/>
          </p:cNvSpPr>
          <p:nvPr userDrawn="1"/>
        </p:nvSpPr>
        <p:spPr>
          <a:xfrm>
            <a:off x="3336228" y="2612401"/>
            <a:ext cx="456010" cy="608462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2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D124B348-B72B-E34E-8304-DA8C62912B18}"/>
              </a:ext>
            </a:extLst>
          </p:cNvPr>
          <p:cNvSpPr txBox="1">
            <a:spLocks/>
          </p:cNvSpPr>
          <p:nvPr userDrawn="1"/>
        </p:nvSpPr>
        <p:spPr>
          <a:xfrm>
            <a:off x="3336228" y="4431041"/>
            <a:ext cx="456010" cy="608462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3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56863DB-D6B5-6027-C789-E55DAECF10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8" y="1597735"/>
            <a:ext cx="2275928" cy="1925644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List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84FD09-345A-0112-EE14-4693BA170A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6998" y="901736"/>
            <a:ext cx="4597919" cy="445171"/>
          </a:xfrm>
        </p:spPr>
        <p:txBody>
          <a:bodyPr>
            <a:normAutofit/>
          </a:bodyPr>
          <a:lstStyle>
            <a:lvl1pPr marL="0" indent="0">
              <a:buNone/>
              <a:defRPr sz="1500" b="1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5FAB629F-588F-7BD7-6C08-58641F114C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53259" y="2755059"/>
            <a:ext cx="4597919" cy="445171"/>
          </a:xfrm>
        </p:spPr>
        <p:txBody>
          <a:bodyPr>
            <a:normAutofit/>
          </a:bodyPr>
          <a:lstStyle>
            <a:lvl1pPr marL="0" indent="0">
              <a:buNone/>
              <a:defRPr sz="1500" b="1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5D2D0E31-664A-58C6-0EB6-3473D9CDD39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53259" y="4561080"/>
            <a:ext cx="4597919" cy="445171"/>
          </a:xfrm>
        </p:spPr>
        <p:txBody>
          <a:bodyPr>
            <a:normAutofit/>
          </a:bodyPr>
          <a:lstStyle>
            <a:lvl1pPr marL="0" indent="0">
              <a:buNone/>
              <a:defRPr sz="1500" b="1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FE85EEEA-9629-3198-5B0E-0C3BE62851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53259" y="1417094"/>
            <a:ext cx="4597919" cy="1131967"/>
          </a:xfrm>
        </p:spPr>
        <p:txBody>
          <a:bodyPr>
            <a:normAutofit/>
          </a:bodyPr>
          <a:lstStyle>
            <a:lvl1pPr marL="0" indent="0">
              <a:buNone/>
              <a:defRPr sz="1350" b="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mi, in porta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magna,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ipsum dolor (20 words).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273ECD74-311B-4ACA-5B2C-202CF80184D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44466" y="3266056"/>
            <a:ext cx="4597919" cy="1131967"/>
          </a:xfrm>
        </p:spPr>
        <p:txBody>
          <a:bodyPr>
            <a:normAutofit/>
          </a:bodyPr>
          <a:lstStyle>
            <a:lvl1pPr marL="0" indent="0">
              <a:buNone/>
              <a:defRPr sz="1350" b="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mi, in porta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magna,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ipsum dolor (20 words).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A67952CC-C546-BC25-A4BA-C25A63458F1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53257" y="5075523"/>
            <a:ext cx="4597919" cy="1131967"/>
          </a:xfrm>
        </p:spPr>
        <p:txBody>
          <a:bodyPr>
            <a:normAutofit/>
          </a:bodyPr>
          <a:lstStyle>
            <a:lvl1pPr marL="0" indent="0">
              <a:buNone/>
              <a:defRPr sz="1350" b="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mi, in porta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magna,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ipsum dolor (20 words).</a:t>
            </a:r>
          </a:p>
        </p:txBody>
      </p:sp>
    </p:spTree>
    <p:extLst>
      <p:ext uri="{BB962C8B-B14F-4D97-AF65-F5344CB8AC3E}">
        <p14:creationId xmlns:p14="http://schemas.microsoft.com/office/powerpoint/2010/main" val="1955851535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-pt list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FBE2A17-657B-7544-A532-10FC95F7F77A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F310644-A0DF-6D4B-B698-87D5FCCB927F}"/>
              </a:ext>
            </a:extLst>
          </p:cNvPr>
          <p:cNvSpPr/>
          <p:nvPr userDrawn="1"/>
        </p:nvSpPr>
        <p:spPr>
          <a:xfrm>
            <a:off x="3335890" y="817546"/>
            <a:ext cx="456347" cy="60846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780A813-5D49-5646-84B4-1A027C726D38}"/>
              </a:ext>
            </a:extLst>
          </p:cNvPr>
          <p:cNvSpPr/>
          <p:nvPr userDrawn="1"/>
        </p:nvSpPr>
        <p:spPr>
          <a:xfrm>
            <a:off x="3335890" y="2602242"/>
            <a:ext cx="456347" cy="60846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BF6C249-561B-6C47-BB3C-C763F51DBE87}"/>
              </a:ext>
            </a:extLst>
          </p:cNvPr>
          <p:cNvSpPr/>
          <p:nvPr userDrawn="1"/>
        </p:nvSpPr>
        <p:spPr>
          <a:xfrm>
            <a:off x="3335890" y="4421470"/>
            <a:ext cx="456347" cy="60846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n-US" sz="18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E39A31C5-B1DF-9047-9D34-A36E09415607}"/>
              </a:ext>
            </a:extLst>
          </p:cNvPr>
          <p:cNvSpPr txBox="1">
            <a:spLocks/>
          </p:cNvSpPr>
          <p:nvPr userDrawn="1"/>
        </p:nvSpPr>
        <p:spPr>
          <a:xfrm>
            <a:off x="3336228" y="833643"/>
            <a:ext cx="456010" cy="608462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1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D8A6DE10-9EAE-4942-8DE1-286CE0BF74B6}"/>
              </a:ext>
            </a:extLst>
          </p:cNvPr>
          <p:cNvSpPr txBox="1">
            <a:spLocks/>
          </p:cNvSpPr>
          <p:nvPr userDrawn="1"/>
        </p:nvSpPr>
        <p:spPr>
          <a:xfrm>
            <a:off x="3336228" y="2612401"/>
            <a:ext cx="456010" cy="608462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2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E8262D16-47D1-4F4F-9102-671FBF8B49A6}"/>
              </a:ext>
            </a:extLst>
          </p:cNvPr>
          <p:cNvSpPr txBox="1">
            <a:spLocks/>
          </p:cNvSpPr>
          <p:nvPr userDrawn="1"/>
        </p:nvSpPr>
        <p:spPr>
          <a:xfrm>
            <a:off x="3336228" y="4431041"/>
            <a:ext cx="456010" cy="608462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3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BAD70C8-B2AD-4F94-082B-BD5000A9ED4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8" y="1597735"/>
            <a:ext cx="2275928" cy="1925644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List title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24A859B-1914-22D1-6248-2C8A9A1417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6998" y="901736"/>
            <a:ext cx="4597919" cy="445171"/>
          </a:xfrm>
        </p:spPr>
        <p:txBody>
          <a:bodyPr>
            <a:normAutofit/>
          </a:bodyPr>
          <a:lstStyle>
            <a:lvl1pPr marL="0" indent="0">
              <a:buNone/>
              <a:defRPr sz="1500" b="1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EA3912-7301-D2CB-C311-25AE797F8A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53259" y="2755059"/>
            <a:ext cx="4597919" cy="445171"/>
          </a:xfrm>
        </p:spPr>
        <p:txBody>
          <a:bodyPr>
            <a:normAutofit/>
          </a:bodyPr>
          <a:lstStyle>
            <a:lvl1pPr marL="0" indent="0">
              <a:buNone/>
              <a:defRPr sz="1500" b="1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7CBBC5-33A1-96A6-303E-7B37C06201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53259" y="4561080"/>
            <a:ext cx="4597919" cy="445171"/>
          </a:xfrm>
        </p:spPr>
        <p:txBody>
          <a:bodyPr>
            <a:normAutofit/>
          </a:bodyPr>
          <a:lstStyle>
            <a:lvl1pPr marL="0" indent="0">
              <a:buNone/>
              <a:defRPr sz="1500" b="1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255051D-DBB9-E309-3FE5-B19EB6540C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53259" y="1417094"/>
            <a:ext cx="4597919" cy="1131967"/>
          </a:xfrm>
        </p:spPr>
        <p:txBody>
          <a:bodyPr>
            <a:normAutofit/>
          </a:bodyPr>
          <a:lstStyle>
            <a:lvl1pPr marL="0" indent="0">
              <a:buNone/>
              <a:defRPr sz="1350" b="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mi, in porta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magna,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ipsum dolor (20 words).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6AE66E37-362E-DCE5-1A4B-C523B8955C9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44466" y="3266056"/>
            <a:ext cx="4597919" cy="1131967"/>
          </a:xfrm>
        </p:spPr>
        <p:txBody>
          <a:bodyPr>
            <a:normAutofit/>
          </a:bodyPr>
          <a:lstStyle>
            <a:lvl1pPr marL="0" indent="0">
              <a:buNone/>
              <a:defRPr sz="1350" b="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mi, in porta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magna,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ipsum dolor (20 words).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0A41F296-79B7-1E25-658A-074A5E76A3C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53257" y="5075523"/>
            <a:ext cx="4597919" cy="1131967"/>
          </a:xfrm>
        </p:spPr>
        <p:txBody>
          <a:bodyPr>
            <a:normAutofit/>
          </a:bodyPr>
          <a:lstStyle>
            <a:lvl1pPr marL="0" indent="0">
              <a:buNone/>
              <a:defRPr sz="1350" b="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mi, in porta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magna,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ipsum dolor (20 words).</a:t>
            </a:r>
          </a:p>
        </p:txBody>
      </p:sp>
    </p:spTree>
    <p:extLst>
      <p:ext uri="{BB962C8B-B14F-4D97-AF65-F5344CB8AC3E}">
        <p14:creationId xmlns:p14="http://schemas.microsoft.com/office/powerpoint/2010/main" val="1178822032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/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8DD85CD-E454-D844-B746-960822B4C1BB}"/>
              </a:ext>
            </a:extLst>
          </p:cNvPr>
          <p:cNvSpPr/>
          <p:nvPr userDrawn="1"/>
        </p:nvSpPr>
        <p:spPr>
          <a:xfrm>
            <a:off x="0" y="0"/>
            <a:ext cx="303276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4A8B79D-0B82-ACB3-7A34-3A7C177B24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8" y="1597735"/>
            <a:ext cx="2275928" cy="1166486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Slide for chart/media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93E01035-AC16-5D9D-BB56-2DBB6548A6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489" y="3185056"/>
            <a:ext cx="2273207" cy="266700"/>
          </a:xfrm>
        </p:spPr>
        <p:txBody>
          <a:bodyPr>
            <a:noAutofit/>
          </a:bodyPr>
          <a:lstStyle>
            <a:lvl1pPr marL="0" indent="0">
              <a:buNone/>
              <a:defRPr sz="135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17145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C541D16-07B5-CEFB-46AA-FE87B3F76EC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032760" y="10510"/>
            <a:ext cx="611124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EC4DD95-2290-017A-2638-2B55946465E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0102" y="6003579"/>
            <a:ext cx="2276475" cy="450850"/>
          </a:xfrm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900" dirty="0"/>
              <a:t>Caption caption caption.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737329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/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5403BAF-8064-9D4D-B627-E575B23C3971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BA9E666-5333-B228-F289-EB89438A32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8" y="704356"/>
            <a:ext cx="5883430" cy="753384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Content slide title</a:t>
            </a:r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5F2A352D-7846-8FD4-DEB2-9F742C5B187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56379" y="1600201"/>
            <a:ext cx="8187042" cy="455344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862514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rec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D81BCBC-0367-4043-A17A-20E62CF65918}"/>
              </a:ext>
            </a:extLst>
          </p:cNvPr>
          <p:cNvSpPr/>
          <p:nvPr userDrawn="1"/>
        </p:nvSpPr>
        <p:spPr>
          <a:xfrm>
            <a:off x="0" y="0"/>
            <a:ext cx="303276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A4F90568-D3B2-1F40-8DC9-262A48264FEF}"/>
              </a:ext>
            </a:extLst>
          </p:cNvPr>
          <p:cNvSpPr txBox="1">
            <a:spLocks/>
          </p:cNvSpPr>
          <p:nvPr userDrawn="1"/>
        </p:nvSpPr>
        <p:spPr>
          <a:xfrm>
            <a:off x="3618481" y="2819401"/>
            <a:ext cx="728357" cy="12163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68580" tIns="34290" rIns="68580" bIns="3429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50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9C07D354-C51C-B54D-8884-6560A6028AED}"/>
              </a:ext>
            </a:extLst>
          </p:cNvPr>
          <p:cNvSpPr txBox="1">
            <a:spLocks/>
          </p:cNvSpPr>
          <p:nvPr userDrawn="1"/>
        </p:nvSpPr>
        <p:spPr>
          <a:xfrm>
            <a:off x="4895548" y="2819401"/>
            <a:ext cx="728357" cy="12163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68580" tIns="34290" rIns="68580" bIns="3429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50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56D35143-93D3-0949-8861-03292FABE953}"/>
              </a:ext>
            </a:extLst>
          </p:cNvPr>
          <p:cNvSpPr txBox="1">
            <a:spLocks/>
          </p:cNvSpPr>
          <p:nvPr userDrawn="1"/>
        </p:nvSpPr>
        <p:spPr>
          <a:xfrm>
            <a:off x="6172614" y="2819401"/>
            <a:ext cx="728357" cy="12163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68580" tIns="34290" rIns="68580" bIns="3429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50" dirty="0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FF524225-5BB0-124A-ABD9-A60478C10D3A}"/>
              </a:ext>
            </a:extLst>
          </p:cNvPr>
          <p:cNvSpPr txBox="1">
            <a:spLocks/>
          </p:cNvSpPr>
          <p:nvPr userDrawn="1"/>
        </p:nvSpPr>
        <p:spPr>
          <a:xfrm>
            <a:off x="7449680" y="2819401"/>
            <a:ext cx="728357" cy="12163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68580" tIns="34290" rIns="68580" bIns="3429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50" dirty="0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A2B5C3E6-BBA3-4D4F-A674-8F4373A8D93D}"/>
              </a:ext>
            </a:extLst>
          </p:cNvPr>
          <p:cNvSpPr txBox="1">
            <a:spLocks/>
          </p:cNvSpPr>
          <p:nvPr userDrawn="1"/>
        </p:nvSpPr>
        <p:spPr>
          <a:xfrm>
            <a:off x="3618481" y="4655076"/>
            <a:ext cx="728357" cy="12163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68580" tIns="34290" rIns="68580" bIns="3429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50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D3A80712-E69D-1B41-915C-FFBF05872D20}"/>
              </a:ext>
            </a:extLst>
          </p:cNvPr>
          <p:cNvSpPr txBox="1">
            <a:spLocks/>
          </p:cNvSpPr>
          <p:nvPr userDrawn="1"/>
        </p:nvSpPr>
        <p:spPr>
          <a:xfrm>
            <a:off x="4895548" y="4655076"/>
            <a:ext cx="728357" cy="12163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68580" tIns="34290" rIns="68580" bIns="3429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50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E0FF61B7-809A-8345-8821-F382ADDBCD07}"/>
              </a:ext>
            </a:extLst>
          </p:cNvPr>
          <p:cNvSpPr txBox="1">
            <a:spLocks/>
          </p:cNvSpPr>
          <p:nvPr userDrawn="1"/>
        </p:nvSpPr>
        <p:spPr>
          <a:xfrm>
            <a:off x="6172614" y="4655076"/>
            <a:ext cx="728357" cy="12163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68580" tIns="34290" rIns="68580" bIns="3429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50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82E08892-BAEB-A840-8C51-D08E5AEC92B8}"/>
              </a:ext>
            </a:extLst>
          </p:cNvPr>
          <p:cNvSpPr txBox="1">
            <a:spLocks/>
          </p:cNvSpPr>
          <p:nvPr userDrawn="1"/>
        </p:nvSpPr>
        <p:spPr>
          <a:xfrm>
            <a:off x="7449680" y="4655076"/>
            <a:ext cx="728357" cy="12163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68580" tIns="34290" rIns="68580" bIns="3429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50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4129317-2D3C-BF1C-5B84-1A30CF6AD4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27026" y="1597736"/>
            <a:ext cx="2645588" cy="865766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tx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Slide title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A0160E80-D3A3-7946-2067-4ACB35711C3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35742" y="4144945"/>
            <a:ext cx="1314078" cy="256737"/>
          </a:xfrm>
        </p:spPr>
        <p:txBody>
          <a:bodyPr>
            <a:normAutofit/>
          </a:bodyPr>
          <a:lstStyle>
            <a:lvl1pPr marL="0" indent="0">
              <a:buNone/>
              <a:defRPr sz="900" b="1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900" dirty="0" err="1"/>
              <a:t>Firstname</a:t>
            </a:r>
            <a:r>
              <a:rPr lang="en-US" sz="900" dirty="0"/>
              <a:t> </a:t>
            </a:r>
            <a:r>
              <a:rPr lang="en-US" sz="900" dirty="0" err="1"/>
              <a:t>Lastname</a:t>
            </a:r>
            <a:endParaRPr lang="en-US" sz="900" dirty="0"/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559736B7-D5CA-9203-776E-1BDF6B05755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35742" y="4349713"/>
            <a:ext cx="1314078" cy="256737"/>
          </a:xfrm>
        </p:spPr>
        <p:txBody>
          <a:bodyPr>
            <a:normAutofit/>
          </a:bodyPr>
          <a:lstStyle>
            <a:lvl1pPr marL="0" indent="0"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900" dirty="0"/>
              <a:t>Title</a:t>
            </a:r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5E4F741A-2685-C01F-2CBC-07FC9155DC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18161" y="4144945"/>
            <a:ext cx="1314078" cy="256737"/>
          </a:xfrm>
        </p:spPr>
        <p:txBody>
          <a:bodyPr>
            <a:normAutofit/>
          </a:bodyPr>
          <a:lstStyle>
            <a:lvl1pPr marL="0" indent="0">
              <a:buNone/>
              <a:defRPr sz="900" b="1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900" dirty="0" err="1"/>
              <a:t>Firstname</a:t>
            </a:r>
            <a:r>
              <a:rPr lang="en-US" sz="900" dirty="0"/>
              <a:t> </a:t>
            </a:r>
            <a:r>
              <a:rPr lang="en-US" sz="900" dirty="0" err="1"/>
              <a:t>Lastname</a:t>
            </a:r>
            <a:endParaRPr lang="en-US" sz="900" dirty="0"/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3BC247D1-0D90-C9CF-575B-71764C2AF66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18161" y="4349713"/>
            <a:ext cx="1314078" cy="256737"/>
          </a:xfrm>
        </p:spPr>
        <p:txBody>
          <a:bodyPr>
            <a:normAutofit/>
          </a:bodyPr>
          <a:lstStyle>
            <a:lvl1pPr marL="0" indent="0"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900" dirty="0"/>
              <a:t>Title</a:t>
            </a:r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76264121-3AC0-4A8F-DD2F-9CCB98076D0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0226" y="4144945"/>
            <a:ext cx="1314078" cy="256737"/>
          </a:xfrm>
        </p:spPr>
        <p:txBody>
          <a:bodyPr>
            <a:normAutofit/>
          </a:bodyPr>
          <a:lstStyle>
            <a:lvl1pPr marL="0" indent="0">
              <a:buNone/>
              <a:defRPr sz="900" b="1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900" dirty="0" err="1"/>
              <a:t>Firstname</a:t>
            </a:r>
            <a:r>
              <a:rPr lang="en-US" sz="900" dirty="0"/>
              <a:t> </a:t>
            </a:r>
            <a:r>
              <a:rPr lang="en-US" sz="900" dirty="0" err="1"/>
              <a:t>Lastname</a:t>
            </a:r>
            <a:endParaRPr lang="en-US" sz="900" dirty="0"/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EF80DE8A-79A9-6D73-6983-B2363E8C6AC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00226" y="4349713"/>
            <a:ext cx="1314078" cy="256737"/>
          </a:xfrm>
        </p:spPr>
        <p:txBody>
          <a:bodyPr>
            <a:normAutofit/>
          </a:bodyPr>
          <a:lstStyle>
            <a:lvl1pPr marL="0" indent="0"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900" dirty="0"/>
              <a:t>Title</a:t>
            </a:r>
          </a:p>
        </p:txBody>
      </p:sp>
      <p:sp>
        <p:nvSpPr>
          <p:cNvPr id="29" name="Text Placeholder 13">
            <a:extLst>
              <a:ext uri="{FF2B5EF4-FFF2-40B4-BE49-F238E27FC236}">
                <a16:creationId xmlns:a16="http://schemas.microsoft.com/office/drawing/2014/main" id="{C858897D-89E1-E058-E99D-C716DAE8A16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369087" y="4144945"/>
            <a:ext cx="1314078" cy="256737"/>
          </a:xfrm>
        </p:spPr>
        <p:txBody>
          <a:bodyPr>
            <a:normAutofit/>
          </a:bodyPr>
          <a:lstStyle>
            <a:lvl1pPr marL="0" indent="0">
              <a:buNone/>
              <a:defRPr sz="900" b="1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900" dirty="0" err="1"/>
              <a:t>Firstname</a:t>
            </a:r>
            <a:r>
              <a:rPr lang="en-US" sz="900" dirty="0"/>
              <a:t> </a:t>
            </a:r>
            <a:r>
              <a:rPr lang="en-US" sz="900" dirty="0" err="1"/>
              <a:t>Lastname</a:t>
            </a:r>
            <a:endParaRPr lang="en-US" sz="900" dirty="0"/>
          </a:p>
        </p:txBody>
      </p:sp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344AC905-828F-DB53-DF45-C0D99AC8873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369087" y="4349713"/>
            <a:ext cx="1314078" cy="256737"/>
          </a:xfrm>
        </p:spPr>
        <p:txBody>
          <a:bodyPr>
            <a:normAutofit/>
          </a:bodyPr>
          <a:lstStyle>
            <a:lvl1pPr marL="0" indent="0"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900" dirty="0"/>
              <a:t>Title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934631C4-F0C0-4BA1-7F36-BC0B82A5EE8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44535" y="5995516"/>
            <a:ext cx="1314078" cy="256737"/>
          </a:xfrm>
        </p:spPr>
        <p:txBody>
          <a:bodyPr>
            <a:normAutofit/>
          </a:bodyPr>
          <a:lstStyle>
            <a:lvl1pPr marL="0" indent="0">
              <a:buNone/>
              <a:defRPr sz="900" b="1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900" dirty="0" err="1"/>
              <a:t>Firstname</a:t>
            </a:r>
            <a:r>
              <a:rPr lang="en-US" sz="900" dirty="0"/>
              <a:t> </a:t>
            </a:r>
            <a:r>
              <a:rPr lang="en-US" sz="900" dirty="0" err="1"/>
              <a:t>Lastname</a:t>
            </a:r>
            <a:endParaRPr lang="en-US" sz="900" dirty="0"/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D21B8C51-D844-4AB2-88E8-60AAD54F8FF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44535" y="6200284"/>
            <a:ext cx="1314078" cy="256737"/>
          </a:xfrm>
        </p:spPr>
        <p:txBody>
          <a:bodyPr>
            <a:normAutofit/>
          </a:bodyPr>
          <a:lstStyle>
            <a:lvl1pPr marL="0" indent="0"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900" dirty="0"/>
              <a:t>Title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A01C2E5-335D-9A94-4DF2-AA425FA4B87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26954" y="5995516"/>
            <a:ext cx="1314078" cy="256737"/>
          </a:xfrm>
        </p:spPr>
        <p:txBody>
          <a:bodyPr>
            <a:normAutofit/>
          </a:bodyPr>
          <a:lstStyle>
            <a:lvl1pPr marL="0" indent="0">
              <a:buNone/>
              <a:defRPr sz="900" b="1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900" dirty="0" err="1"/>
              <a:t>Firstname</a:t>
            </a:r>
            <a:r>
              <a:rPr lang="en-US" sz="900" dirty="0"/>
              <a:t> </a:t>
            </a:r>
            <a:r>
              <a:rPr lang="en-US" sz="900" dirty="0" err="1"/>
              <a:t>Lastname</a:t>
            </a:r>
            <a:endParaRPr lang="en-US" sz="900" dirty="0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0496F0D6-3220-9B0A-A01A-BED4A76B557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26954" y="6200284"/>
            <a:ext cx="1314078" cy="256737"/>
          </a:xfrm>
        </p:spPr>
        <p:txBody>
          <a:bodyPr>
            <a:normAutofit/>
          </a:bodyPr>
          <a:lstStyle>
            <a:lvl1pPr marL="0" indent="0"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900" dirty="0"/>
              <a:t>Title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6916F8E2-7406-DA21-DAFE-F9CB3134D42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09019" y="5995516"/>
            <a:ext cx="1314078" cy="256737"/>
          </a:xfrm>
        </p:spPr>
        <p:txBody>
          <a:bodyPr>
            <a:normAutofit/>
          </a:bodyPr>
          <a:lstStyle>
            <a:lvl1pPr marL="0" indent="0">
              <a:buNone/>
              <a:defRPr sz="900" b="1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900" dirty="0" err="1"/>
              <a:t>Firstname</a:t>
            </a:r>
            <a:r>
              <a:rPr lang="en-US" sz="900" dirty="0"/>
              <a:t> </a:t>
            </a:r>
            <a:r>
              <a:rPr lang="en-US" sz="900" dirty="0" err="1"/>
              <a:t>Lastname</a:t>
            </a:r>
            <a:endParaRPr lang="en-US" sz="900" dirty="0"/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4A4E4F4D-8295-37F0-A2BB-D69F44BBA5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09019" y="6200284"/>
            <a:ext cx="1314078" cy="256737"/>
          </a:xfrm>
        </p:spPr>
        <p:txBody>
          <a:bodyPr>
            <a:normAutofit/>
          </a:bodyPr>
          <a:lstStyle>
            <a:lvl1pPr marL="0" indent="0"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900" dirty="0"/>
              <a:t>Title</a:t>
            </a:r>
          </a:p>
        </p:txBody>
      </p:sp>
      <p:sp>
        <p:nvSpPr>
          <p:cNvPr id="37" name="Text Placeholder 13">
            <a:extLst>
              <a:ext uri="{FF2B5EF4-FFF2-40B4-BE49-F238E27FC236}">
                <a16:creationId xmlns:a16="http://schemas.microsoft.com/office/drawing/2014/main" id="{21060C48-0BA8-22D6-03F5-194B3E9D73B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77881" y="5995516"/>
            <a:ext cx="1314078" cy="256737"/>
          </a:xfrm>
        </p:spPr>
        <p:txBody>
          <a:bodyPr>
            <a:normAutofit/>
          </a:bodyPr>
          <a:lstStyle>
            <a:lvl1pPr marL="0" indent="0">
              <a:buNone/>
              <a:defRPr sz="900" b="1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900" dirty="0" err="1"/>
              <a:t>Firstname</a:t>
            </a:r>
            <a:r>
              <a:rPr lang="en-US" sz="900" dirty="0"/>
              <a:t> </a:t>
            </a:r>
            <a:r>
              <a:rPr lang="en-US" sz="900" dirty="0" err="1"/>
              <a:t>Lastname</a:t>
            </a:r>
            <a:endParaRPr lang="en-US" sz="900" dirty="0"/>
          </a:p>
        </p:txBody>
      </p:sp>
      <p:sp>
        <p:nvSpPr>
          <p:cNvPr id="38" name="Text Placeholder 13">
            <a:extLst>
              <a:ext uri="{FF2B5EF4-FFF2-40B4-BE49-F238E27FC236}">
                <a16:creationId xmlns:a16="http://schemas.microsoft.com/office/drawing/2014/main" id="{79070A9F-679F-7178-AFFE-E98DA00D019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377881" y="6200284"/>
            <a:ext cx="1314078" cy="256737"/>
          </a:xfrm>
        </p:spPr>
        <p:txBody>
          <a:bodyPr>
            <a:normAutofit/>
          </a:bodyPr>
          <a:lstStyle>
            <a:lvl1pPr marL="0" indent="0">
              <a:buNone/>
              <a:defRPr sz="9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900" dirty="0"/>
              <a:t>Title</a:t>
            </a:r>
          </a:p>
        </p:txBody>
      </p:sp>
      <p:sp>
        <p:nvSpPr>
          <p:cNvPr id="39" name="Picture Placeholder 11">
            <a:extLst>
              <a:ext uri="{FF2B5EF4-FFF2-40B4-BE49-F238E27FC236}">
                <a16:creationId xmlns:a16="http://schemas.microsoft.com/office/drawing/2014/main" id="{6A722B91-97DA-E78C-123D-87754054A99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18481" y="2819401"/>
            <a:ext cx="728357" cy="1216335"/>
          </a:xfrm>
        </p:spPr>
        <p:txBody>
          <a:bodyPr>
            <a:normAutofit/>
          </a:bodyPr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40" name="Picture Placeholder 11">
            <a:extLst>
              <a:ext uri="{FF2B5EF4-FFF2-40B4-BE49-F238E27FC236}">
                <a16:creationId xmlns:a16="http://schemas.microsoft.com/office/drawing/2014/main" id="{80E93CF9-D6A1-4204-8192-F5A48DBDAD5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895548" y="2826226"/>
            <a:ext cx="728357" cy="1216335"/>
          </a:xfrm>
        </p:spPr>
        <p:txBody>
          <a:bodyPr>
            <a:normAutofit/>
          </a:bodyPr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41" name="Picture Placeholder 11">
            <a:extLst>
              <a:ext uri="{FF2B5EF4-FFF2-40B4-BE49-F238E27FC236}">
                <a16:creationId xmlns:a16="http://schemas.microsoft.com/office/drawing/2014/main" id="{07F8EC24-5F6A-54DA-0970-CA0BCFF6CE60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172614" y="2819401"/>
            <a:ext cx="728357" cy="1216335"/>
          </a:xfrm>
        </p:spPr>
        <p:txBody>
          <a:bodyPr>
            <a:normAutofit/>
          </a:bodyPr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42" name="Picture Placeholder 11">
            <a:extLst>
              <a:ext uri="{FF2B5EF4-FFF2-40B4-BE49-F238E27FC236}">
                <a16:creationId xmlns:a16="http://schemas.microsoft.com/office/drawing/2014/main" id="{ECAA0A1E-02D3-A80C-B6B5-9DFE99BF633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7449680" y="2819400"/>
            <a:ext cx="728357" cy="1216335"/>
          </a:xfrm>
        </p:spPr>
        <p:txBody>
          <a:bodyPr>
            <a:normAutofit/>
          </a:bodyPr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43" name="Picture Placeholder 11">
            <a:extLst>
              <a:ext uri="{FF2B5EF4-FFF2-40B4-BE49-F238E27FC236}">
                <a16:creationId xmlns:a16="http://schemas.microsoft.com/office/drawing/2014/main" id="{632C2437-1449-7B2C-922C-1C36C84EAFA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3618481" y="4666560"/>
            <a:ext cx="728357" cy="1216335"/>
          </a:xfrm>
        </p:spPr>
        <p:txBody>
          <a:bodyPr>
            <a:normAutofit/>
          </a:bodyPr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44" name="Picture Placeholder 11">
            <a:extLst>
              <a:ext uri="{FF2B5EF4-FFF2-40B4-BE49-F238E27FC236}">
                <a16:creationId xmlns:a16="http://schemas.microsoft.com/office/drawing/2014/main" id="{4E432266-FED0-FD3A-CA21-BED41166E0F7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895548" y="4673385"/>
            <a:ext cx="728357" cy="1216335"/>
          </a:xfrm>
        </p:spPr>
        <p:txBody>
          <a:bodyPr>
            <a:normAutofit/>
          </a:bodyPr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45" name="Picture Placeholder 11">
            <a:extLst>
              <a:ext uri="{FF2B5EF4-FFF2-40B4-BE49-F238E27FC236}">
                <a16:creationId xmlns:a16="http://schemas.microsoft.com/office/drawing/2014/main" id="{C6856CC4-C2E0-B109-BB63-7044E72F3A81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172614" y="4666559"/>
            <a:ext cx="728357" cy="1216335"/>
          </a:xfrm>
        </p:spPr>
        <p:txBody>
          <a:bodyPr>
            <a:normAutofit/>
          </a:bodyPr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46" name="Picture Placeholder 11">
            <a:extLst>
              <a:ext uri="{FF2B5EF4-FFF2-40B4-BE49-F238E27FC236}">
                <a16:creationId xmlns:a16="http://schemas.microsoft.com/office/drawing/2014/main" id="{206515A9-0840-D221-B501-5117FAFFB67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7449680" y="4666557"/>
            <a:ext cx="728357" cy="1216335"/>
          </a:xfrm>
        </p:spPr>
        <p:txBody>
          <a:bodyPr>
            <a:normAutofit/>
          </a:bodyPr>
          <a:lstStyle>
            <a:lvl1pPr>
              <a:defRPr sz="9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636072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line pro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290EC4-F404-3546-A207-BBA0505A4F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28950" y="0"/>
            <a:ext cx="6115050" cy="6858000"/>
          </a:xfrm>
          <a:prstGeom prst="rect">
            <a:avLst/>
          </a:prstGeom>
        </p:spPr>
      </p:pic>
      <p:sp>
        <p:nvSpPr>
          <p:cNvPr id="7" name="Picture Placeholder 15">
            <a:extLst>
              <a:ext uri="{FF2B5EF4-FFF2-40B4-BE49-F238E27FC236}">
                <a16:creationId xmlns:a16="http://schemas.microsoft.com/office/drawing/2014/main" id="{CD2269A2-4CB1-C947-B771-B354BBE1389F}"/>
              </a:ext>
            </a:extLst>
          </p:cNvPr>
          <p:cNvSpPr txBox="1">
            <a:spLocks/>
          </p:cNvSpPr>
          <p:nvPr userDrawn="1"/>
        </p:nvSpPr>
        <p:spPr>
          <a:xfrm>
            <a:off x="3924301" y="1357461"/>
            <a:ext cx="4220459" cy="3506770"/>
          </a:xfrm>
          <a:prstGeom prst="rect">
            <a:avLst/>
          </a:prstGeom>
          <a:solidFill>
            <a:schemeClr val="bg2"/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aseline="0" dirty="0">
                <a:solidFill>
                  <a:schemeClr val="bg1">
                    <a:lumMod val="75000"/>
                  </a:schemeClr>
                </a:solidFill>
              </a:rPr>
              <a:t>Insert Picture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DE35F10-EC04-E41F-55B8-CC2C32B8B4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8" y="1457887"/>
            <a:ext cx="2275928" cy="137669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tx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Online project slide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B5F65C0B-062C-22A5-F900-8CF70C48D30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488" y="3185056"/>
            <a:ext cx="2344312" cy="266700"/>
          </a:xfrm>
        </p:spPr>
        <p:txBody>
          <a:bodyPr>
            <a:noAutofit/>
          </a:bodyPr>
          <a:lstStyle>
            <a:lvl1pPr marL="0" indent="0">
              <a:buNone/>
              <a:defRPr sz="1350" b="0" i="1" spc="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17145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Find us online</a:t>
            </a:r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DB8010E5-E62D-77DA-FD6C-8AB9E8B9EFC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924301" y="1357461"/>
            <a:ext cx="4220459" cy="350677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17ADC7F-F38C-D0D6-E631-DEF93D8A27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0" y="6448190"/>
            <a:ext cx="2763441" cy="379412"/>
          </a:xfrm>
        </p:spPr>
        <p:txBody>
          <a:bodyPr>
            <a:norm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Website » http://</a:t>
            </a:r>
            <a:r>
              <a:rPr lang="en-US" dirty="0" err="1"/>
              <a:t>website.yale.edu</a:t>
            </a:r>
            <a:r>
              <a:rPr lang="en-US" dirty="0"/>
              <a:t>/your-website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B9D748A-A5E5-D8DC-3722-F92B763BEA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0285" y="4037013"/>
            <a:ext cx="2276475" cy="241141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350">
                <a:latin typeface="+mn-lt"/>
              </a:defRPr>
            </a:lvl1pPr>
          </a:lstStyle>
          <a:p>
            <a:r>
              <a:rPr lang="en-US" dirty="0"/>
              <a:t>Take a screenshot of your featured website and then click the icon to drop it in the image area (20 words).</a:t>
            </a:r>
          </a:p>
        </p:txBody>
      </p:sp>
    </p:spTree>
    <p:extLst>
      <p:ext uri="{BB962C8B-B14F-4D97-AF65-F5344CB8AC3E}">
        <p14:creationId xmlns:p14="http://schemas.microsoft.com/office/powerpoint/2010/main" val="928464182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eedback with QR co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7B16F178-7842-A54F-8D5F-D641A19890FC}"/>
              </a:ext>
            </a:extLst>
          </p:cNvPr>
          <p:cNvSpPr txBox="1">
            <a:spLocks/>
          </p:cNvSpPr>
          <p:nvPr userDrawn="1"/>
        </p:nvSpPr>
        <p:spPr>
          <a:xfrm>
            <a:off x="454859" y="4860168"/>
            <a:ext cx="813197" cy="1084263"/>
          </a:xfrm>
          <a:prstGeom prst="rect">
            <a:avLst/>
          </a:prstGeom>
          <a:solidFill>
            <a:schemeClr val="bg2"/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/>
              <a:t>QR Code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CC1B182-D4DD-F8BD-8CC1-66B245D8F4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8" y="1597737"/>
            <a:ext cx="2275928" cy="137669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tx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Tell us what you think!</a:t>
            </a:r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6A6B2AE9-6CDF-969F-D399-60D84B7CD4E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032760" y="10510"/>
            <a:ext cx="611124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A306310C-0D07-9073-11FD-B79CC84D5E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0285" y="3194535"/>
            <a:ext cx="2276475" cy="137669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350">
                <a:latin typeface="+mn-lt"/>
              </a:defRPr>
            </a:lvl1pPr>
          </a:lstStyle>
          <a:p>
            <a:r>
              <a:rPr lang="en-US" dirty="0"/>
              <a:t>Place a QR code to your website or feedback form below.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E53AE5A-06F1-92A0-DDB0-E05BD3CBEE6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4820" y="4860927"/>
            <a:ext cx="813197" cy="1084263"/>
          </a:xfrm>
        </p:spPr>
        <p:txBody>
          <a:bodyPr>
            <a:normAutofit/>
          </a:bodyPr>
          <a:lstStyle>
            <a:lvl1pPr>
              <a:defRPr sz="9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469043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eedback with QR co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53B4AD6-A9C7-215C-1D34-F104B430A7FC}"/>
              </a:ext>
            </a:extLst>
          </p:cNvPr>
          <p:cNvSpPr/>
          <p:nvPr userDrawn="1"/>
        </p:nvSpPr>
        <p:spPr>
          <a:xfrm>
            <a:off x="0" y="0"/>
            <a:ext cx="3028950" cy="686851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7B16F178-7842-A54F-8D5F-D641A19890FC}"/>
              </a:ext>
            </a:extLst>
          </p:cNvPr>
          <p:cNvSpPr txBox="1">
            <a:spLocks/>
          </p:cNvSpPr>
          <p:nvPr userDrawn="1"/>
        </p:nvSpPr>
        <p:spPr>
          <a:xfrm>
            <a:off x="454859" y="4860168"/>
            <a:ext cx="813197" cy="1084263"/>
          </a:xfrm>
          <a:prstGeom prst="rect">
            <a:avLst/>
          </a:prstGeom>
          <a:solidFill>
            <a:schemeClr val="bg2"/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/>
              <a:t>QR Code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CC1B182-D4DD-F8BD-8CC1-66B245D8F4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8" y="1597737"/>
            <a:ext cx="2275928" cy="137669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Tell us what you think!</a:t>
            </a:r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6A6B2AE9-6CDF-969F-D399-60D84B7CD4E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032760" y="10510"/>
            <a:ext cx="611124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A306310C-0D07-9073-11FD-B79CC84D5E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0285" y="3194535"/>
            <a:ext cx="2276475" cy="137669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35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Place a QR code to your website or feedback form below.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E53AE5A-06F1-92A0-DDB0-E05BD3CBEE6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4820" y="4860927"/>
            <a:ext cx="813197" cy="1084263"/>
          </a:xfrm>
        </p:spPr>
        <p:txBody>
          <a:bodyPr>
            <a:normAutofit/>
          </a:bodyPr>
          <a:lstStyle>
            <a:lvl1pPr>
              <a:defRPr sz="9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632838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for attending imag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3CA56EC-4292-577E-D329-79DD64C8FD9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8" y="1597737"/>
            <a:ext cx="2275928" cy="137669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tx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Thank you for attending!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0B4BF0-204D-321A-FBA5-310355971EF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0285" y="3194533"/>
            <a:ext cx="2276475" cy="196309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1350">
                <a:latin typeface="+mn-lt"/>
              </a:defRPr>
            </a:lvl1pPr>
          </a:lstStyle>
          <a:p>
            <a:r>
              <a:rPr lang="en-US" dirty="0"/>
              <a:t>Lorem ipsum contact info:</a:t>
            </a:r>
          </a:p>
          <a:p>
            <a:r>
              <a:rPr lang="en-US" dirty="0"/>
              <a:t>Your name</a:t>
            </a:r>
          </a:p>
          <a:p>
            <a:r>
              <a:rPr lang="en-US" dirty="0" err="1"/>
              <a:t>your.name@yale.edu</a:t>
            </a:r>
            <a:endParaRPr lang="en-US" dirty="0"/>
          </a:p>
          <a:p>
            <a:r>
              <a:rPr lang="en-US" dirty="0" err="1"/>
              <a:t>Website.com</a:t>
            </a:r>
            <a:endParaRPr lang="en-US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799EB829-A664-9007-D311-844C563B04A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032760" y="10510"/>
            <a:ext cx="611124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EB7F77A1-F63C-BF9D-709B-F95DA01FCAD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70286" y="5864605"/>
            <a:ext cx="2306240" cy="593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Wordmark</a:t>
            </a:r>
          </a:p>
        </p:txBody>
      </p:sp>
    </p:spTree>
    <p:extLst>
      <p:ext uri="{BB962C8B-B14F-4D97-AF65-F5344CB8AC3E}">
        <p14:creationId xmlns:p14="http://schemas.microsoft.com/office/powerpoint/2010/main" val="2002499596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for attending imag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629C8F3-B994-8C40-9644-41B2B7B3C997}"/>
              </a:ext>
            </a:extLst>
          </p:cNvPr>
          <p:cNvSpPr/>
          <p:nvPr userDrawn="1"/>
        </p:nvSpPr>
        <p:spPr>
          <a:xfrm>
            <a:off x="0" y="7495"/>
            <a:ext cx="303276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F795522-318F-2C2D-E4C4-41C333A205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8" y="1597737"/>
            <a:ext cx="2275928" cy="137669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Thank you for attending!</a:t>
            </a:r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E9C5B077-2DE3-9F51-528C-1098C21EB01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032760" y="10510"/>
            <a:ext cx="611124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9E3E38D5-B522-1C34-CAAC-BD89458F63E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0285" y="3194533"/>
            <a:ext cx="2276475" cy="196309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135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Lorem ipsum contact info:</a:t>
            </a:r>
          </a:p>
          <a:p>
            <a:r>
              <a:rPr lang="en-US" dirty="0"/>
              <a:t>Your name</a:t>
            </a:r>
          </a:p>
          <a:p>
            <a:r>
              <a:rPr lang="en-US" dirty="0" err="1"/>
              <a:t>your.name@yale.edu</a:t>
            </a:r>
            <a:endParaRPr lang="en-US" dirty="0"/>
          </a:p>
          <a:p>
            <a:r>
              <a:rPr lang="en-US" dirty="0" err="1"/>
              <a:t>Website.com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95CF980-AE0C-CB1D-D1AF-A8F3EF23A6E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70286" y="5864605"/>
            <a:ext cx="2306240" cy="593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Wordmark</a:t>
            </a:r>
          </a:p>
        </p:txBody>
      </p:sp>
    </p:spTree>
    <p:extLst>
      <p:ext uri="{BB962C8B-B14F-4D97-AF65-F5344CB8AC3E}">
        <p14:creationId xmlns:p14="http://schemas.microsoft.com/office/powerpoint/2010/main" val="1616765698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for joining us QR co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AC57557-3B24-7341-A015-CE2B7B52EF3F}"/>
              </a:ext>
            </a:extLst>
          </p:cNvPr>
          <p:cNvSpPr/>
          <p:nvPr userDrawn="1"/>
        </p:nvSpPr>
        <p:spPr>
          <a:xfrm>
            <a:off x="0" y="0"/>
            <a:ext cx="303276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5F96183-6FC5-A845-A804-4F9485D1E634}"/>
              </a:ext>
            </a:extLst>
          </p:cNvPr>
          <p:cNvSpPr txBox="1">
            <a:spLocks/>
          </p:cNvSpPr>
          <p:nvPr userDrawn="1"/>
        </p:nvSpPr>
        <p:spPr>
          <a:xfrm>
            <a:off x="3445550" y="876009"/>
            <a:ext cx="4994750" cy="236533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ts val="2745"/>
              </a:lnSpc>
              <a:spcBef>
                <a:spcPts val="1200"/>
              </a:spcBef>
              <a:spcAft>
                <a:spcPts val="0"/>
              </a:spcAft>
              <a:buClr>
                <a:srgbClr val="00356B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sz="2100" dirty="0" err="1"/>
              <a:t>Etiam</a:t>
            </a:r>
            <a:r>
              <a:rPr lang="en-US" sz="2100" dirty="0"/>
              <a:t> </a:t>
            </a:r>
            <a:r>
              <a:rPr lang="en-US" sz="2100" dirty="0" err="1"/>
              <a:t>tempor</a:t>
            </a:r>
            <a:r>
              <a:rPr lang="en-US" sz="2100" dirty="0"/>
              <a:t> </a:t>
            </a:r>
            <a:r>
              <a:rPr lang="en-US" sz="2100" dirty="0" err="1"/>
              <a:t>orci</a:t>
            </a:r>
            <a:r>
              <a:rPr lang="en-US" sz="2100" dirty="0"/>
              <a:t> </a:t>
            </a:r>
            <a:r>
              <a:rPr lang="en-US" sz="2100" dirty="0" err="1"/>
              <a:t>eu</a:t>
            </a:r>
            <a:r>
              <a:rPr lang="en-US" sz="2100" dirty="0"/>
              <a:t> </a:t>
            </a:r>
            <a:r>
              <a:rPr lang="en-US" sz="2100" dirty="0" err="1"/>
              <a:t>lobortis</a:t>
            </a:r>
            <a:r>
              <a:rPr lang="en-US" sz="2100" dirty="0"/>
              <a:t> </a:t>
            </a:r>
            <a:r>
              <a:rPr lang="en-US" sz="2100" dirty="0" err="1"/>
              <a:t>elementum</a:t>
            </a:r>
            <a:r>
              <a:rPr lang="en-US" sz="2100" dirty="0"/>
              <a:t> </a:t>
            </a:r>
            <a:r>
              <a:rPr lang="en-US" sz="2100" dirty="0" err="1"/>
              <a:t>nibh</a:t>
            </a:r>
            <a:r>
              <a:rPr lang="en-US" sz="2100" dirty="0"/>
              <a:t> </a:t>
            </a:r>
            <a:r>
              <a:rPr lang="en-US" sz="2100" dirty="0" err="1"/>
              <a:t>tellus</a:t>
            </a:r>
            <a:r>
              <a:rPr lang="en-US" sz="2100" dirty="0"/>
              <a:t>. Questions? Contact us at </a:t>
            </a:r>
            <a:r>
              <a:rPr lang="en-US" sz="2100" dirty="0" err="1"/>
              <a:t>email@yale.edu</a:t>
            </a:r>
            <a:r>
              <a:rPr lang="en-US" sz="2100" dirty="0"/>
              <a:t>.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ED7AE857-34B2-5E4B-B7DD-576EC9EAA908}"/>
              </a:ext>
            </a:extLst>
          </p:cNvPr>
          <p:cNvSpPr txBox="1">
            <a:spLocks/>
          </p:cNvSpPr>
          <p:nvPr userDrawn="1"/>
        </p:nvSpPr>
        <p:spPr>
          <a:xfrm>
            <a:off x="3525606" y="3700108"/>
            <a:ext cx="813197" cy="10842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50"/>
              <a:t>QR Code</a:t>
            </a:r>
            <a:endParaRPr lang="en-US" sz="1350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D7F02C3-B97A-6230-F2CE-27B886CA4E0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8" y="2436836"/>
            <a:ext cx="2275928" cy="137669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Thank you for joining us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53DF65F4-A05E-8FF1-7B62-1A84FF6A11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488" y="4088943"/>
            <a:ext cx="2344312" cy="266700"/>
          </a:xfrm>
        </p:spPr>
        <p:txBody>
          <a:bodyPr>
            <a:noAutofit/>
          </a:bodyPr>
          <a:lstStyle>
            <a:lvl1pPr marL="0" indent="0">
              <a:buNone/>
              <a:defRPr sz="135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17145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Keep in touch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661D8DA-67F9-F0F4-B521-2C1E9F37CF4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525607" y="3700108"/>
            <a:ext cx="813197" cy="1084263"/>
          </a:xfrm>
        </p:spPr>
        <p:txBody>
          <a:bodyPr>
            <a:normAutofit/>
          </a:bodyPr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585A3E02-5CBF-0403-96FD-0BFBD0DA992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70286" y="5864605"/>
            <a:ext cx="2306240" cy="593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Wordmark</a:t>
            </a:r>
          </a:p>
        </p:txBody>
      </p:sp>
    </p:spTree>
    <p:extLst>
      <p:ext uri="{BB962C8B-B14F-4D97-AF65-F5344CB8AC3E}">
        <p14:creationId xmlns:p14="http://schemas.microsoft.com/office/powerpoint/2010/main" val="2743983397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for joining us QR co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17671C8-3674-9D4C-AC74-E0FA42E29552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FFA384B-A88D-2C4E-84FA-12DF118487CD}"/>
              </a:ext>
            </a:extLst>
          </p:cNvPr>
          <p:cNvSpPr txBox="1">
            <a:spLocks/>
          </p:cNvSpPr>
          <p:nvPr userDrawn="1"/>
        </p:nvSpPr>
        <p:spPr>
          <a:xfrm>
            <a:off x="3445550" y="876009"/>
            <a:ext cx="4994750" cy="236533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ts val="2745"/>
              </a:lnSpc>
              <a:spcBef>
                <a:spcPts val="1200"/>
              </a:spcBef>
              <a:spcAft>
                <a:spcPts val="0"/>
              </a:spcAft>
              <a:buClr>
                <a:srgbClr val="00356B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sz="2100" dirty="0">
                <a:solidFill>
                  <a:schemeClr val="bg1"/>
                </a:solidFill>
              </a:rPr>
              <a:t>Click to edit Master text styles. </a:t>
            </a:r>
            <a:r>
              <a:rPr lang="en-US" sz="2100" dirty="0" err="1">
                <a:solidFill>
                  <a:schemeClr val="bg1"/>
                </a:solidFill>
              </a:rPr>
              <a:t>Etiam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  <a:r>
              <a:rPr lang="en-US" sz="2100" dirty="0" err="1">
                <a:solidFill>
                  <a:schemeClr val="bg1"/>
                </a:solidFill>
              </a:rPr>
              <a:t>tempor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  <a:r>
              <a:rPr lang="en-US" sz="2100" dirty="0" err="1">
                <a:solidFill>
                  <a:schemeClr val="bg1"/>
                </a:solidFill>
              </a:rPr>
              <a:t>orci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  <a:r>
              <a:rPr lang="en-US" sz="2100" dirty="0" err="1">
                <a:solidFill>
                  <a:schemeClr val="bg1"/>
                </a:solidFill>
              </a:rPr>
              <a:t>eu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  <a:r>
              <a:rPr lang="en-US" sz="2100" dirty="0" err="1">
                <a:solidFill>
                  <a:schemeClr val="bg1"/>
                </a:solidFill>
              </a:rPr>
              <a:t>lobortis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  <a:r>
              <a:rPr lang="en-US" sz="2100" dirty="0" err="1">
                <a:solidFill>
                  <a:schemeClr val="bg1"/>
                </a:solidFill>
              </a:rPr>
              <a:t>elementum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  <a:r>
              <a:rPr lang="en-US" sz="2100" dirty="0" err="1">
                <a:solidFill>
                  <a:schemeClr val="bg1"/>
                </a:solidFill>
              </a:rPr>
              <a:t>nibh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  <a:r>
              <a:rPr lang="en-US" sz="2100" dirty="0" err="1">
                <a:solidFill>
                  <a:schemeClr val="bg1"/>
                </a:solidFill>
              </a:rPr>
              <a:t>tellus</a:t>
            </a:r>
            <a:r>
              <a:rPr lang="en-US" sz="2100" dirty="0">
                <a:solidFill>
                  <a:schemeClr val="bg1"/>
                </a:solidFill>
              </a:rPr>
              <a:t>. Questions? Contact us at </a:t>
            </a:r>
            <a:r>
              <a:rPr lang="en-US" sz="2100" dirty="0" err="1">
                <a:solidFill>
                  <a:schemeClr val="bg1"/>
                </a:solidFill>
              </a:rPr>
              <a:t>email@yale.edu</a:t>
            </a:r>
            <a:r>
              <a:rPr lang="en-US" sz="21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7404DFFA-5540-4B49-91B9-A4604B9CE6D6}"/>
              </a:ext>
            </a:extLst>
          </p:cNvPr>
          <p:cNvSpPr txBox="1">
            <a:spLocks/>
          </p:cNvSpPr>
          <p:nvPr userDrawn="1"/>
        </p:nvSpPr>
        <p:spPr>
          <a:xfrm>
            <a:off x="3525606" y="3700108"/>
            <a:ext cx="813197" cy="10842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50"/>
              <a:t>QR Code</a:t>
            </a:r>
            <a:endParaRPr lang="en-US" sz="1350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6172911-28C1-8B7C-4188-0D0C735604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768" y="2436836"/>
            <a:ext cx="2275928" cy="137669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tx1"/>
                </a:solidFill>
              </a:defRPr>
            </a:lvl2pPr>
            <a:lvl3pPr>
              <a:defRPr sz="2100">
                <a:solidFill>
                  <a:schemeClr val="tx1"/>
                </a:solidFill>
              </a:defRPr>
            </a:lvl3pPr>
            <a:lvl4pPr>
              <a:defRPr sz="2100">
                <a:solidFill>
                  <a:schemeClr val="tx1"/>
                </a:solidFill>
              </a:defRPr>
            </a:lvl4pPr>
            <a:lvl5pPr>
              <a:defRPr sz="21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Thank you for joining us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E0CAEC08-056C-96D8-F30C-F31D9680BA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488" y="4088943"/>
            <a:ext cx="2344312" cy="266700"/>
          </a:xfrm>
        </p:spPr>
        <p:txBody>
          <a:bodyPr>
            <a:noAutofit/>
          </a:bodyPr>
          <a:lstStyle>
            <a:lvl1pPr marL="0" indent="0">
              <a:buNone/>
              <a:defRPr sz="135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17145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Keep in touch</a:t>
            </a:r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5E0F624-FEEF-D4A2-26AA-1941DC5230D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525607" y="3700108"/>
            <a:ext cx="813197" cy="1084263"/>
          </a:xfrm>
        </p:spPr>
        <p:txBody>
          <a:bodyPr>
            <a:normAutofit/>
          </a:bodyPr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05DCD3D-746B-52D9-8BA5-96CA50965DB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70286" y="5864605"/>
            <a:ext cx="2306240" cy="593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Wordmark</a:t>
            </a:r>
          </a:p>
        </p:txBody>
      </p:sp>
    </p:spTree>
    <p:extLst>
      <p:ext uri="{BB962C8B-B14F-4D97-AF65-F5344CB8AC3E}">
        <p14:creationId xmlns:p14="http://schemas.microsoft.com/office/powerpoint/2010/main" val="2950506237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17671C8-3674-9D4C-AC74-E0FA42E29552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/>
          </a:p>
        </p:txBody>
      </p:sp>
    </p:spTree>
    <p:extLst>
      <p:ext uri="{BB962C8B-B14F-4D97-AF65-F5344CB8AC3E}">
        <p14:creationId xmlns:p14="http://schemas.microsoft.com/office/powerpoint/2010/main" val="165197667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slide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17671C8-3674-9D4C-AC74-E0FA42E29552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44"/>
          </a:p>
        </p:txBody>
      </p:sp>
    </p:spTree>
    <p:extLst>
      <p:ext uri="{BB962C8B-B14F-4D97-AF65-F5344CB8AC3E}">
        <p14:creationId xmlns:p14="http://schemas.microsoft.com/office/powerpoint/2010/main" val="1908504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16.xml"/><Relationship Id="rId107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102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95" Type="http://schemas.openxmlformats.org/officeDocument/2006/relationships/slideLayout" Target="../slideLayouts/slideLayout95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59" Type="http://schemas.openxmlformats.org/officeDocument/2006/relationships/slideLayout" Target="../slideLayouts/slideLayout59.xml"/><Relationship Id="rId103" Type="http://schemas.openxmlformats.org/officeDocument/2006/relationships/slideLayout" Target="../slideLayouts/slideLayout103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91" Type="http://schemas.openxmlformats.org/officeDocument/2006/relationships/slideLayout" Target="../slideLayouts/slideLayout91.xml"/><Relationship Id="rId96" Type="http://schemas.openxmlformats.org/officeDocument/2006/relationships/slideLayout" Target="../slideLayouts/slideLayout9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6" Type="http://schemas.openxmlformats.org/officeDocument/2006/relationships/slideLayout" Target="../slideLayouts/slideLayout106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104" Type="http://schemas.openxmlformats.org/officeDocument/2006/relationships/slideLayout" Target="../slideLayouts/slideLayout104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105" Type="http://schemas.openxmlformats.org/officeDocument/2006/relationships/slideLayout" Target="../slideLayouts/slideLayout105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slideLayout" Target="../slideLayouts/slideLayout46.xml"/><Relationship Id="rId67" Type="http://schemas.openxmlformats.org/officeDocument/2006/relationships/slideLayout" Target="../slideLayouts/slideLayout6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EDE203-C6B2-FA44-9A0A-05D60AA7684A}" type="datetime1">
              <a:rPr lang="en-US" smtClean="0"/>
              <a:t>5/24/2026</a:t>
            </a:fld>
            <a:endParaRPr lang="en-US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AEC2072-FB31-3F4B-87F4-F9EBF72960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57951" y="6356351"/>
            <a:ext cx="2427731" cy="365125"/>
          </a:xfrm>
          <a:prstGeom prst="rect">
            <a:avLst/>
          </a:prstGeom>
        </p:spPr>
        <p:txBody>
          <a:bodyPr/>
          <a:lstStyle>
            <a:lvl1pPr>
              <a:defRPr sz="1200" baseline="0">
                <a:latin typeface="Arial" panose="020B0604020202020204" pitchFamily="34" charset="0"/>
              </a:defRPr>
            </a:lvl1pPr>
          </a:lstStyle>
          <a:p>
            <a:r>
              <a:rPr lang="en-US"/>
              <a:t>Yale Office of the Provost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573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  <p:sldLayoutId id="2147483749" r:id="rId18"/>
    <p:sldLayoutId id="2147483750" r:id="rId19"/>
    <p:sldLayoutId id="2147483751" r:id="rId20"/>
    <p:sldLayoutId id="2147483752" r:id="rId21"/>
    <p:sldLayoutId id="2147483753" r:id="rId22"/>
    <p:sldLayoutId id="2147483754" r:id="rId23"/>
    <p:sldLayoutId id="2147483755" r:id="rId24"/>
    <p:sldLayoutId id="2147483756" r:id="rId25"/>
    <p:sldLayoutId id="2147483757" r:id="rId26"/>
    <p:sldLayoutId id="2147483758" r:id="rId27"/>
    <p:sldLayoutId id="2147483759" r:id="rId28"/>
    <p:sldLayoutId id="2147483760" r:id="rId29"/>
    <p:sldLayoutId id="2147483761" r:id="rId30"/>
    <p:sldLayoutId id="2147483762" r:id="rId31"/>
    <p:sldLayoutId id="2147483763" r:id="rId32"/>
    <p:sldLayoutId id="2147483764" r:id="rId33"/>
    <p:sldLayoutId id="2147483765" r:id="rId34"/>
    <p:sldLayoutId id="2147483766" r:id="rId35"/>
    <p:sldLayoutId id="2147483767" r:id="rId36"/>
    <p:sldLayoutId id="2147483768" r:id="rId37"/>
    <p:sldLayoutId id="2147483769" r:id="rId38"/>
    <p:sldLayoutId id="2147483770" r:id="rId39"/>
    <p:sldLayoutId id="2147483771" r:id="rId40"/>
    <p:sldLayoutId id="2147483772" r:id="rId41"/>
    <p:sldLayoutId id="2147483773" r:id="rId42"/>
    <p:sldLayoutId id="2147483774" r:id="rId43"/>
    <p:sldLayoutId id="2147483775" r:id="rId44"/>
    <p:sldLayoutId id="2147483776" r:id="rId45"/>
    <p:sldLayoutId id="2147483777" r:id="rId46"/>
    <p:sldLayoutId id="2147483778" r:id="rId47"/>
    <p:sldLayoutId id="2147483779" r:id="rId48"/>
    <p:sldLayoutId id="2147483780" r:id="rId49"/>
    <p:sldLayoutId id="2147483781" r:id="rId50"/>
    <p:sldLayoutId id="2147483782" r:id="rId51"/>
    <p:sldLayoutId id="2147483783" r:id="rId52"/>
    <p:sldLayoutId id="2147483784" r:id="rId53"/>
    <p:sldLayoutId id="2147483730" r:id="rId54"/>
    <p:sldLayoutId id="2147483661" r:id="rId55"/>
    <p:sldLayoutId id="2147483662" r:id="rId56"/>
    <p:sldLayoutId id="2147483663" r:id="rId57"/>
    <p:sldLayoutId id="2147483711" r:id="rId58"/>
    <p:sldLayoutId id="2147483665" r:id="rId59"/>
    <p:sldLayoutId id="2147483710" r:id="rId60"/>
    <p:sldLayoutId id="2147483713" r:id="rId61"/>
    <p:sldLayoutId id="2147483714" r:id="rId62"/>
    <p:sldLayoutId id="2147483666" r:id="rId63"/>
    <p:sldLayoutId id="2147483667" r:id="rId64"/>
    <p:sldLayoutId id="2147483668" r:id="rId65"/>
    <p:sldLayoutId id="2147483669" r:id="rId66"/>
    <p:sldLayoutId id="2147483671" r:id="rId67"/>
    <p:sldLayoutId id="2147483712" r:id="rId68"/>
    <p:sldLayoutId id="2147483670" r:id="rId69"/>
    <p:sldLayoutId id="2147483672" r:id="rId70"/>
    <p:sldLayoutId id="2147483673" r:id="rId71"/>
    <p:sldLayoutId id="2147483674" r:id="rId72"/>
    <p:sldLayoutId id="2147483675" r:id="rId73"/>
    <p:sldLayoutId id="2147483676" r:id="rId74"/>
    <p:sldLayoutId id="2147483677" r:id="rId75"/>
    <p:sldLayoutId id="2147483678" r:id="rId76"/>
    <p:sldLayoutId id="2147483680" r:id="rId77"/>
    <p:sldLayoutId id="2147483681" r:id="rId78"/>
    <p:sldLayoutId id="2147483682" r:id="rId79"/>
    <p:sldLayoutId id="2147483683" r:id="rId80"/>
    <p:sldLayoutId id="2147483684" r:id="rId81"/>
    <p:sldLayoutId id="2147483685" r:id="rId82"/>
    <p:sldLayoutId id="2147483686" r:id="rId83"/>
    <p:sldLayoutId id="2147483688" r:id="rId84"/>
    <p:sldLayoutId id="2147483689" r:id="rId85"/>
    <p:sldLayoutId id="2147483687" r:id="rId86"/>
    <p:sldLayoutId id="2147483691" r:id="rId87"/>
    <p:sldLayoutId id="2147483692" r:id="rId88"/>
    <p:sldLayoutId id="2147483693" r:id="rId89"/>
    <p:sldLayoutId id="2147483694" r:id="rId90"/>
    <p:sldLayoutId id="2147483695" r:id="rId91"/>
    <p:sldLayoutId id="2147483697" r:id="rId92"/>
    <p:sldLayoutId id="2147483698" r:id="rId93"/>
    <p:sldLayoutId id="2147483699" r:id="rId94"/>
    <p:sldLayoutId id="2147483700" r:id="rId95"/>
    <p:sldLayoutId id="2147483701" r:id="rId96"/>
    <p:sldLayoutId id="2147483702" r:id="rId97"/>
    <p:sldLayoutId id="2147483703" r:id="rId98"/>
    <p:sldLayoutId id="2147483704" r:id="rId99"/>
    <p:sldLayoutId id="2147483709" r:id="rId100"/>
    <p:sldLayoutId id="2147483705" r:id="rId101"/>
    <p:sldLayoutId id="2147483706" r:id="rId102"/>
    <p:sldLayoutId id="2147483707" r:id="rId103"/>
    <p:sldLayoutId id="2147483708" r:id="rId104"/>
    <p:sldLayoutId id="2147483715" r:id="rId105"/>
    <p:sldLayoutId id="2147483717" r:id="rId106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YaleNew" panose="02000602050000020003" pitchFamily="2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YaleNew" panose="02000602050000020003" pitchFamily="2" charset="77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YaleNew" panose="02000602050000020003" pitchFamily="2" charset="77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YaleNew" panose="02000602050000020003" pitchFamily="2" charset="77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YaleNew" panose="02000602050000020003" pitchFamily="2" charset="77"/>
          <a:ea typeface="+mn-ea"/>
          <a:cs typeface="+mn-cs"/>
        </a:defRPr>
      </a:lvl4pPr>
      <a:lvl5pPr marL="1585913" indent="-214313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 spc="0">
          <a:solidFill>
            <a:schemeClr val="tx1"/>
          </a:solidFill>
          <a:latin typeface="YaleNew" panose="02000602050000020003" pitchFamily="2" charset="77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>
          <p15:clr>
            <a:srgbClr val="F26B43"/>
          </p15:clr>
        </p15:guide>
        <p15:guide id="5" orient="horz" pos="2160" userDrawn="1">
          <p15:clr>
            <a:srgbClr val="F26B43"/>
          </p15:clr>
        </p15:guide>
        <p15:guide id="6" pos="2880" userDrawn="1">
          <p15:clr>
            <a:srgbClr val="F26B43"/>
          </p15:clr>
        </p15:guide>
        <p15:guide id="7" pos="2160" userDrawn="1">
          <p15:clr>
            <a:srgbClr val="F26B43"/>
          </p15:clr>
        </p15:guide>
        <p15:guide id="8" orient="horz" pos="64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21" Type="http://schemas.openxmlformats.org/officeDocument/2006/relationships/image" Target="../media/image2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5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sv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roup 93">
            <a:extLst>
              <a:ext uri="{FF2B5EF4-FFF2-40B4-BE49-F238E27FC236}">
                <a16:creationId xmlns:a16="http://schemas.microsoft.com/office/drawing/2014/main" id="{C01126CE-A0FA-B413-F8BF-25785BBDDD7E}"/>
              </a:ext>
            </a:extLst>
          </p:cNvPr>
          <p:cNvGrpSpPr/>
          <p:nvPr/>
        </p:nvGrpSpPr>
        <p:grpSpPr>
          <a:xfrm>
            <a:off x="6221651" y="1789628"/>
            <a:ext cx="2886547" cy="1807783"/>
            <a:chOff x="6193639" y="1945104"/>
            <a:chExt cx="2886547" cy="1807783"/>
          </a:xfrm>
        </p:grpSpPr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8F0E6B1B-EF3D-AB2D-B68E-B3AF712B1FE7}"/>
                </a:ext>
              </a:extLst>
            </p:cNvPr>
            <p:cNvGrpSpPr/>
            <p:nvPr/>
          </p:nvGrpSpPr>
          <p:grpSpPr>
            <a:xfrm>
              <a:off x="6193639" y="1945104"/>
              <a:ext cx="2886547" cy="1807783"/>
              <a:chOff x="6186635" y="1923834"/>
              <a:chExt cx="2886547" cy="1807783"/>
            </a:xfrm>
          </p:grpSpPr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0B2129AD-E3B1-B1A3-55C5-474D7B108270}"/>
                  </a:ext>
                </a:extLst>
              </p:cNvPr>
              <p:cNvGrpSpPr/>
              <p:nvPr/>
            </p:nvGrpSpPr>
            <p:grpSpPr>
              <a:xfrm>
                <a:off x="6186635" y="1923834"/>
                <a:ext cx="2886547" cy="1807783"/>
                <a:chOff x="6228909" y="1918303"/>
                <a:chExt cx="2886547" cy="1807783"/>
              </a:xfrm>
            </p:grpSpPr>
            <p:pic>
              <p:nvPicPr>
                <p:cNvPr id="69" name="Picture 68">
                  <a:extLst>
                    <a:ext uri="{FF2B5EF4-FFF2-40B4-BE49-F238E27FC236}">
                      <a16:creationId xmlns:a16="http://schemas.microsoft.com/office/drawing/2014/main" id="{751FB13A-1E08-23AF-CDA5-A59BF0DFB99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228909" y="1918303"/>
                  <a:ext cx="2828463" cy="1547260"/>
                </a:xfrm>
                <a:prstGeom prst="rect">
                  <a:avLst/>
                </a:prstGeom>
              </p:spPr>
            </p:pic>
            <p:pic>
              <p:nvPicPr>
                <p:cNvPr id="87" name="Picture 86">
                  <a:extLst>
                    <a:ext uri="{FF2B5EF4-FFF2-40B4-BE49-F238E27FC236}">
                      <a16:creationId xmlns:a16="http://schemas.microsoft.com/office/drawing/2014/main" id="{F1F13892-003B-D653-C5EA-EA51F44A37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414639" y="3465563"/>
                  <a:ext cx="1258094" cy="260203"/>
                </a:xfrm>
                <a:prstGeom prst="rect">
                  <a:avLst/>
                </a:prstGeom>
              </p:spPr>
            </p:pic>
            <p:pic>
              <p:nvPicPr>
                <p:cNvPr id="88" name="Picture 87">
                  <a:extLst>
                    <a:ext uri="{FF2B5EF4-FFF2-40B4-BE49-F238E27FC236}">
                      <a16:creationId xmlns:a16="http://schemas.microsoft.com/office/drawing/2014/main" id="{D2BB2DC2-4318-07E1-2144-66AAF6890E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857362" y="3465883"/>
                  <a:ext cx="1258094" cy="260203"/>
                </a:xfrm>
                <a:prstGeom prst="rect">
                  <a:avLst/>
                </a:prstGeom>
              </p:spPr>
            </p:pic>
          </p:grp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2ECC2C7B-4846-1175-F4FC-2C18966A7BA1}"/>
                  </a:ext>
                </a:extLst>
              </p:cNvPr>
              <p:cNvSpPr/>
              <p:nvPr/>
            </p:nvSpPr>
            <p:spPr>
              <a:xfrm>
                <a:off x="6188423" y="1945104"/>
                <a:ext cx="183942" cy="1290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7243D483-6B03-A8C2-85BF-D18170F14152}"/>
                  </a:ext>
                </a:extLst>
              </p:cNvPr>
              <p:cNvSpPr/>
              <p:nvPr/>
            </p:nvSpPr>
            <p:spPr>
              <a:xfrm>
                <a:off x="7600866" y="1945104"/>
                <a:ext cx="183942" cy="1290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B8EFB05-7F32-2B50-7A66-F7353B9005CF}"/>
                </a:ext>
              </a:extLst>
            </p:cNvPr>
            <p:cNvSpPr txBox="1"/>
            <p:nvPr/>
          </p:nvSpPr>
          <p:spPr>
            <a:xfrm>
              <a:off x="6931745" y="2073794"/>
              <a:ext cx="537029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800" dirty="0"/>
                <a:t>exciton</a:t>
              </a:r>
              <a:endParaRPr lang="zh-CN" altLang="en-US" sz="800" dirty="0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977574E6-57C0-2E7A-F5F4-7D52A9DC0C27}"/>
                </a:ext>
              </a:extLst>
            </p:cNvPr>
            <p:cNvSpPr txBox="1"/>
            <p:nvPr/>
          </p:nvSpPr>
          <p:spPr>
            <a:xfrm>
              <a:off x="8451139" y="2079487"/>
              <a:ext cx="537029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800" dirty="0" err="1"/>
                <a:t>trion</a:t>
              </a:r>
              <a:endParaRPr lang="zh-CN" altLang="en-US" sz="800" dirty="0"/>
            </a:p>
          </p:txBody>
        </p: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E8C430D3-D456-E476-165F-872D97F0935A}"/>
              </a:ext>
            </a:extLst>
          </p:cNvPr>
          <p:cNvSpPr/>
          <p:nvPr/>
        </p:nvSpPr>
        <p:spPr>
          <a:xfrm>
            <a:off x="3076894" y="4302651"/>
            <a:ext cx="3034871" cy="103885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ED9C0B3-05F9-B7CD-1643-50520889DFB1}"/>
              </a:ext>
            </a:extLst>
          </p:cNvPr>
          <p:cNvSpPr txBox="1">
            <a:spLocks/>
          </p:cNvSpPr>
          <p:nvPr/>
        </p:nvSpPr>
        <p:spPr>
          <a:xfrm>
            <a:off x="2125172" y="-64700"/>
            <a:ext cx="6613686" cy="35318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YaleNew" panose="02000602050000020003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YaleNew" panose="02000602050000020003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YaleNew" panose="02000602050000020003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YaleNew" panose="02000602050000020003" pitchFamily="2" charset="77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0">
                <a:solidFill>
                  <a:schemeClr val="tx1"/>
                </a:solidFill>
                <a:latin typeface="YaleNew" panose="02000602050000020003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/>
              <a:t>What is the signature of a </a:t>
            </a:r>
            <a:r>
              <a:rPr lang="en-US" sz="2100" dirty="0" err="1"/>
              <a:t>trion</a:t>
            </a:r>
            <a:r>
              <a:rPr lang="en-US" sz="2100" dirty="0"/>
              <a:t> in ARPES?</a:t>
            </a:r>
          </a:p>
        </p:txBody>
      </p:sp>
      <p:pic>
        <p:nvPicPr>
          <p:cNvPr id="3" name="Graphic 68">
            <a:extLst>
              <a:ext uri="{FF2B5EF4-FFF2-40B4-BE49-F238E27FC236}">
                <a16:creationId xmlns:a16="http://schemas.microsoft.com/office/drawing/2014/main" id="{25C24598-4764-2CE9-BD95-8411B62A88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83963" b="42789"/>
          <a:stretch>
            <a:fillRect/>
          </a:stretch>
        </p:blipFill>
        <p:spPr>
          <a:xfrm>
            <a:off x="136525" y="115175"/>
            <a:ext cx="980360" cy="4962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294407-0452-7803-4338-82FB73C6428E}"/>
              </a:ext>
            </a:extLst>
          </p:cNvPr>
          <p:cNvSpPr txBox="1"/>
          <p:nvPr/>
        </p:nvSpPr>
        <p:spPr>
          <a:xfrm>
            <a:off x="2512337" y="197646"/>
            <a:ext cx="4029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Jinyuan Wu</a:t>
            </a:r>
            <a:r>
              <a:rPr lang="en-US" altLang="zh-CN" sz="1200" baseline="30000" dirty="0"/>
              <a:t>1</a:t>
            </a:r>
            <a:r>
              <a:rPr lang="en-US" altLang="zh-CN" sz="1200" dirty="0"/>
              <a:t>, Zachary Withers</a:t>
            </a:r>
            <a:r>
              <a:rPr lang="en-US" altLang="zh-CN" sz="1200" baseline="30000" dirty="0"/>
              <a:t>2</a:t>
            </a:r>
            <a:r>
              <a:rPr lang="en-US" altLang="zh-CN" sz="1200" dirty="0"/>
              <a:t>, Thomas Allison</a:t>
            </a:r>
            <a:r>
              <a:rPr lang="en-US" altLang="zh-CN" sz="1200" baseline="30000" dirty="0"/>
              <a:t>2</a:t>
            </a:r>
            <a:r>
              <a:rPr lang="en-US" altLang="zh-CN" sz="1200" dirty="0"/>
              <a:t>, Diana Y. Qiu</a:t>
            </a:r>
            <a:r>
              <a:rPr lang="en-US" altLang="zh-CN" sz="1200" baseline="30000" dirty="0"/>
              <a:t>1</a:t>
            </a:r>
            <a:endParaRPr lang="zh-CN" altLang="en-US" sz="1200" baseline="30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E1E9CA-6BBA-E9F1-938F-BB3F3572A309}"/>
              </a:ext>
            </a:extLst>
          </p:cNvPr>
          <p:cNvSpPr txBox="1"/>
          <p:nvPr/>
        </p:nvSpPr>
        <p:spPr>
          <a:xfrm>
            <a:off x="1189935" y="363293"/>
            <a:ext cx="7473521" cy="21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25" dirty="0"/>
              <a:t>1. Department of Materials Science, Yale University, New Haven, CT 06511, USA 2. Department of Chemistry, Stoney Brook University, Stony Brook, New York 11794, USA</a:t>
            </a:r>
            <a:endParaRPr lang="zh-CN" altLang="en-US" sz="825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5C3766-B9C5-EB47-AD72-6274E1FBEBDF}"/>
              </a:ext>
            </a:extLst>
          </p:cNvPr>
          <p:cNvSpPr txBox="1"/>
          <p:nvPr/>
        </p:nvSpPr>
        <p:spPr>
          <a:xfrm>
            <a:off x="135806" y="577347"/>
            <a:ext cx="2895259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</a:rPr>
              <a:t>Introduction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0F3471-DA03-8447-1E2D-A9A657C571B4}"/>
              </a:ext>
            </a:extLst>
          </p:cNvPr>
          <p:cNvSpPr txBox="1"/>
          <p:nvPr/>
        </p:nvSpPr>
        <p:spPr>
          <a:xfrm>
            <a:off x="135806" y="854847"/>
            <a:ext cx="2895259" cy="293157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zh-CN" sz="900" b="1" dirty="0"/>
              <a:t>tr-ARPES</a:t>
            </a:r>
          </a:p>
          <a:p>
            <a:pPr algn="just"/>
            <a:r>
              <a:rPr lang="en-US" altLang="zh-CN" sz="825" dirty="0"/>
              <a:t>ARPES in pumped systems: detecting non-equilibrium electronic structure</a:t>
            </a:r>
          </a:p>
          <a:p>
            <a:pPr algn="just"/>
            <a:endParaRPr lang="en-US" altLang="zh-CN" sz="825" dirty="0"/>
          </a:p>
          <a:p>
            <a:pPr algn="just"/>
            <a:endParaRPr lang="en-US" altLang="zh-CN" sz="825" dirty="0"/>
          </a:p>
          <a:p>
            <a:pPr algn="just"/>
            <a:endParaRPr lang="en-US" altLang="zh-CN" sz="825" dirty="0"/>
          </a:p>
          <a:p>
            <a:pPr algn="just"/>
            <a:endParaRPr lang="en-US" altLang="zh-CN" sz="825" dirty="0"/>
          </a:p>
          <a:p>
            <a:pPr algn="just"/>
            <a:endParaRPr lang="en-US" altLang="zh-CN" sz="825" dirty="0"/>
          </a:p>
          <a:p>
            <a:pPr algn="just"/>
            <a:endParaRPr lang="en-US" altLang="zh-CN" sz="825" dirty="0"/>
          </a:p>
          <a:p>
            <a:endParaRPr lang="en-US" altLang="zh-CN" sz="900" b="1" dirty="0"/>
          </a:p>
          <a:p>
            <a:endParaRPr lang="en-US" altLang="zh-CN" sz="900" b="1" dirty="0"/>
          </a:p>
          <a:p>
            <a:r>
              <a:rPr lang="en-US" altLang="zh-CN" sz="900" b="1" dirty="0"/>
              <a:t>Trions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zh-CN" sz="825" dirty="0"/>
              <a:t>Optical excitations created by pumping in doped systems </a:t>
            </a:r>
            <a:r>
              <a:rPr lang="en-US" altLang="zh-CN" sz="825" i="1" dirty="0"/>
              <a:t>allegedly</a:t>
            </a:r>
            <a:r>
              <a:rPr lang="en-US" altLang="zh-CN" sz="825" dirty="0"/>
              <a:t> creates </a:t>
            </a:r>
            <a:r>
              <a:rPr lang="en-US" altLang="zh-CN" sz="825" dirty="0" err="1"/>
              <a:t>trions</a:t>
            </a:r>
            <a:r>
              <a:rPr lang="en-US" altLang="zh-CN" sz="825" dirty="0"/>
              <a:t>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zh-CN" sz="825" dirty="0"/>
              <a:t>Photoluminescence. Enough evidence?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zh-CN" sz="825" dirty="0"/>
              <a:t>What about tr-ARPES detection of </a:t>
            </a:r>
            <a:r>
              <a:rPr lang="en-US" altLang="zh-CN" sz="825" dirty="0" err="1"/>
              <a:t>trions</a:t>
            </a:r>
            <a:r>
              <a:rPr lang="en-US" altLang="zh-CN" sz="825" dirty="0"/>
              <a:t>?</a:t>
            </a:r>
          </a:p>
          <a:p>
            <a:pPr algn="just"/>
            <a:endParaRPr lang="en-US" altLang="zh-CN" sz="825" dirty="0"/>
          </a:p>
          <a:p>
            <a:pPr algn="just"/>
            <a:endParaRPr lang="en-US" altLang="zh-CN" sz="825" dirty="0"/>
          </a:p>
          <a:p>
            <a:pPr algn="just"/>
            <a:endParaRPr lang="en-US" altLang="zh-CN" sz="825" dirty="0"/>
          </a:p>
          <a:p>
            <a:pPr algn="just"/>
            <a:endParaRPr lang="en-US" altLang="zh-CN" sz="825" dirty="0"/>
          </a:p>
          <a:p>
            <a:pPr algn="just"/>
            <a:endParaRPr lang="en-US" altLang="zh-CN" sz="825" dirty="0"/>
          </a:p>
          <a:p>
            <a:pPr algn="just"/>
            <a:endParaRPr lang="en-US" altLang="zh-CN" sz="825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1F59EE-1D75-C4C6-F677-8486EC335DBF}"/>
              </a:ext>
            </a:extLst>
          </p:cNvPr>
          <p:cNvSpPr txBox="1"/>
          <p:nvPr/>
        </p:nvSpPr>
        <p:spPr>
          <a:xfrm>
            <a:off x="136525" y="3841470"/>
            <a:ext cx="2894539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</a:rPr>
              <a:t>Theory of tr-ARPES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pic>
        <p:nvPicPr>
          <p:cNvPr id="13" name="Picture 12" descr="A screen shot of a computer game&#10;&#10;AI-generated content may be incorrect.">
            <a:extLst>
              <a:ext uri="{FF2B5EF4-FFF2-40B4-BE49-F238E27FC236}">
                <a16:creationId xmlns:a16="http://schemas.microsoft.com/office/drawing/2014/main" id="{973D43C7-F78B-E98A-EE38-35C795C8045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4018" r="59307" b="27302"/>
          <a:stretch>
            <a:fillRect/>
          </a:stretch>
        </p:blipFill>
        <p:spPr>
          <a:xfrm>
            <a:off x="328297" y="1317837"/>
            <a:ext cx="1415775" cy="930071"/>
          </a:xfrm>
          <a:prstGeom prst="rect">
            <a:avLst/>
          </a:prstGeom>
        </p:spPr>
      </p:pic>
      <p:pic>
        <p:nvPicPr>
          <p:cNvPr id="17" name="Picture 16" descr="A black screen with blue text&#10;&#10;AI-generated content may be incorrect.">
            <a:extLst>
              <a:ext uri="{FF2B5EF4-FFF2-40B4-BE49-F238E27FC236}">
                <a16:creationId xmlns:a16="http://schemas.microsoft.com/office/drawing/2014/main" id="{041DA088-6801-4528-6F49-2644639E836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9980" t="18394" r="61505" b="8357"/>
          <a:stretch>
            <a:fillRect/>
          </a:stretch>
        </p:blipFill>
        <p:spPr>
          <a:xfrm>
            <a:off x="822257" y="2845991"/>
            <a:ext cx="1129295" cy="106152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9053096-A625-AF63-FBF8-CB613213CCB1}"/>
                  </a:ext>
                </a:extLst>
              </p:cNvPr>
              <p:cNvSpPr txBox="1"/>
              <p:nvPr/>
            </p:nvSpPr>
            <p:spPr>
              <a:xfrm>
                <a:off x="136525" y="4118227"/>
                <a:ext cx="2894541" cy="92955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b="1" dirty="0"/>
                  <a:t>Linear, incoherent limit</a:t>
                </a:r>
              </a:p>
              <a:p>
                <a:pPr algn="just"/>
                <a:r>
                  <a:rPr lang="en-US" altLang="zh-CN" sz="825" dirty="0"/>
                  <a:t>Long delay between pump and probe, weak probe: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825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825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altLang="zh-CN" sz="825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</m:sup>
                    </m:sSup>
                  </m:oMath>
                </a14:m>
                <a:r>
                  <a:rPr lang="en-US" altLang="zh-CN" sz="825" dirty="0"/>
                  <a:t> can be calculated on top of a mixed state. Pole structure of ARPES spectrum: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82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825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825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sz="82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825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825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825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sz="825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825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825" i="1">
                          <a:latin typeface="Cambria Math" panose="02040503050406030204" pitchFamily="18" charset="0"/>
                        </a:rPr>
                        <m:t>∝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825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825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825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825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zh-CN" sz="825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825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⟨"/>
                                      <m:endChr m:val="⟩"/>
                                      <m:ctrlPr>
                                        <a:rPr lang="en-US" altLang="zh-CN" sz="825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825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825">
                                              <a:latin typeface="Cambria Math" panose="02040503050406030204" pitchFamily="18" charset="0"/>
                                            </a:rPr>
                                            <m:t>Ψ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825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  <m: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825">
                                              <a:latin typeface="Cambria Math" panose="02040503050406030204" pitchFamily="18" charset="0"/>
                                            </a:rPr>
                                            <m:t>residue</m:t>
                                          </m:r>
                                        </m:sup>
                                      </m:sSubSup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altLang="zh-CN" sz="825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825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825" i="1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825" i="1">
                                                  <a:latin typeface="Cambria Math" panose="02040503050406030204" pitchFamily="18" charset="0"/>
                                                </a:rPr>
                                                <m:t>𝑐𝑘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sSub>
                                        <m:sSubPr>
                                          <m:ctrlPr>
                                            <a:rPr lang="en-US" altLang="zh-CN" sz="825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825">
                                              <a:latin typeface="Cambria Math" panose="02040503050406030204" pitchFamily="18" charset="0"/>
                                            </a:rPr>
                                            <m:t>Ψ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825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CN" sz="825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825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altLang="zh-CN" sz="825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825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sz="825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825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825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825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825" i="1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sz="825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825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825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825">
                                  <a:latin typeface="Cambria Math" panose="02040503050406030204" pitchFamily="18" charset="0"/>
                                </a:rPr>
                                <m:t>residue</m:t>
                              </m:r>
                            </m:sup>
                          </m:sSubSup>
                          <m:r>
                            <a:rPr lang="en-US" altLang="zh-CN" sz="825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sz="825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9053096-A625-AF63-FBF8-CB613213CC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525" y="4118227"/>
                <a:ext cx="2894541" cy="929550"/>
              </a:xfrm>
              <a:prstGeom prst="rect">
                <a:avLst/>
              </a:prstGeom>
              <a:blipFill>
                <a:blip r:embed="rId8"/>
                <a:stretch>
                  <a:fillRect b="-598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BFE988B3-D92A-FDF4-9583-4CD87672B777}"/>
              </a:ext>
            </a:extLst>
          </p:cNvPr>
          <p:cNvSpPr txBox="1"/>
          <p:nvPr/>
        </p:nvSpPr>
        <p:spPr>
          <a:xfrm>
            <a:off x="131452" y="5386001"/>
            <a:ext cx="2899613" cy="72712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825" dirty="0"/>
              <a:t>Christopher et al. Sci. Rep. 7.1 (2017): 14062.</a:t>
            </a:r>
          </a:p>
          <a:p>
            <a:r>
              <a:rPr lang="zh-CN" altLang="en-US" sz="825" dirty="0"/>
              <a:t>Perfetto, et al. PRB 94.24 (2016): 245303.</a:t>
            </a:r>
            <a:endParaRPr lang="en-US" altLang="zh-CN" sz="825" dirty="0"/>
          </a:p>
          <a:p>
            <a:r>
              <a:rPr lang="en-US" altLang="zh-CN" sz="825" dirty="0"/>
              <a:t>Rustagi et al. PRB 97.23 (2018): 235310.</a:t>
            </a:r>
          </a:p>
          <a:p>
            <a:r>
              <a:rPr lang="fr-FR" altLang="zh-CN" sz="825" dirty="0" err="1"/>
              <a:t>Drüppel</a:t>
            </a:r>
            <a:r>
              <a:rPr lang="fr-FR" altLang="zh-CN" sz="825" dirty="0"/>
              <a:t> et al. Nat. </a:t>
            </a:r>
            <a:r>
              <a:rPr lang="fr-FR" altLang="zh-CN" sz="825" dirty="0" err="1"/>
              <a:t>Comm</a:t>
            </a:r>
            <a:r>
              <a:rPr lang="fr-FR" altLang="zh-CN" sz="825" dirty="0"/>
              <a:t>. 8.1 (2017): 2117.</a:t>
            </a:r>
          </a:p>
          <a:p>
            <a:r>
              <a:rPr lang="en-US" altLang="zh-CN" sz="825" dirty="0" err="1"/>
              <a:t>Berkelbach</a:t>
            </a:r>
            <a:r>
              <a:rPr lang="en-US" altLang="zh-CN" sz="825" dirty="0"/>
              <a:t> et al. PRB 88.4 (2013): 045318.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402C26-80A2-51C3-49A2-B7FE8DBCF6A8}"/>
              </a:ext>
            </a:extLst>
          </p:cNvPr>
          <p:cNvSpPr txBox="1"/>
          <p:nvPr/>
        </p:nvSpPr>
        <p:spPr>
          <a:xfrm>
            <a:off x="3086099" y="578351"/>
            <a:ext cx="3026838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</a:rPr>
              <a:t>Theory of tr-ARPES for </a:t>
            </a:r>
            <a:r>
              <a:rPr lang="en-US" altLang="zh-CN" sz="1200" dirty="0" err="1">
                <a:solidFill>
                  <a:schemeClr val="bg1"/>
                </a:solidFill>
              </a:rPr>
              <a:t>trions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017619-72C5-606F-1D84-EB7066909767}"/>
              </a:ext>
            </a:extLst>
          </p:cNvPr>
          <p:cNvSpPr txBox="1"/>
          <p:nvPr/>
        </p:nvSpPr>
        <p:spPr>
          <a:xfrm>
            <a:off x="3085916" y="2114377"/>
            <a:ext cx="2053461" cy="73866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zh-CN" sz="900" b="1" dirty="0"/>
              <a:t>Trions in monolayer MoS</a:t>
            </a:r>
            <a:r>
              <a:rPr lang="en-US" altLang="zh-CN" sz="900" b="1" baseline="-25000" dirty="0"/>
              <a:t>2</a:t>
            </a:r>
            <a:r>
              <a:rPr lang="en-US" altLang="zh-CN" sz="900" b="1" dirty="0"/>
              <a:t>: initial state</a:t>
            </a:r>
          </a:p>
          <a:p>
            <a:pPr algn="just"/>
            <a:r>
              <a:rPr lang="en-US" altLang="zh-CN" sz="825" dirty="0"/>
              <a:t>Existing </a:t>
            </a:r>
            <a:r>
              <a:rPr lang="en-US" altLang="zh-CN" sz="825" dirty="0" err="1"/>
              <a:t>trion</a:t>
            </a:r>
            <a:r>
              <a:rPr lang="en-US" altLang="zh-CN" sz="825" dirty="0"/>
              <a:t> BSE calculation: intervalley, singlet. We build two-band models for this </a:t>
            </a:r>
            <a:r>
              <a:rPr lang="en-US" altLang="zh-CN" sz="825" dirty="0" err="1"/>
              <a:t>trion</a:t>
            </a:r>
            <a:r>
              <a:rPr lang="en-US" altLang="zh-CN" sz="825" dirty="0"/>
              <a:t> structure, solved by Chandrasekhar ansatz.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9CB5DD-24D7-4AFE-7E59-4B5E8A2F1BA7}"/>
              </a:ext>
            </a:extLst>
          </p:cNvPr>
          <p:cNvSpPr txBox="1"/>
          <p:nvPr/>
        </p:nvSpPr>
        <p:spPr>
          <a:xfrm>
            <a:off x="6165629" y="579486"/>
            <a:ext cx="2942569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</a:rPr>
              <a:t>Results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02E2E77-99A2-4F2B-F47F-7E16CDEF5D38}"/>
              </a:ext>
            </a:extLst>
          </p:cNvPr>
          <p:cNvSpPr/>
          <p:nvPr/>
        </p:nvSpPr>
        <p:spPr>
          <a:xfrm>
            <a:off x="3084928" y="855603"/>
            <a:ext cx="3026838" cy="127366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10" name="Picture 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8BD03F0-C1A6-E0B2-1F01-8FEAA58D985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38396" r="44616"/>
          <a:stretch>
            <a:fillRect/>
          </a:stretch>
        </p:blipFill>
        <p:spPr>
          <a:xfrm>
            <a:off x="3068799" y="884108"/>
            <a:ext cx="1962230" cy="12320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D80A751-EB25-C3EE-079E-ABE0384E9487}"/>
              </a:ext>
            </a:extLst>
          </p:cNvPr>
          <p:cNvSpPr txBox="1"/>
          <p:nvPr/>
        </p:nvSpPr>
        <p:spPr>
          <a:xfrm>
            <a:off x="4952175" y="870846"/>
            <a:ext cx="1101045" cy="86562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zh-CN" sz="900" b="1" dirty="0"/>
              <a:t>BSE for </a:t>
            </a:r>
            <a:r>
              <a:rPr lang="en-US" altLang="zh-CN" sz="900" b="1" dirty="0" err="1"/>
              <a:t>trion</a:t>
            </a:r>
            <a:endParaRPr lang="en-US" altLang="zh-CN" sz="900" b="1" dirty="0"/>
          </a:p>
          <a:p>
            <a:pPr algn="just"/>
            <a:r>
              <a:rPr lang="en-US" altLang="zh-CN" sz="825" dirty="0"/>
              <a:t>Excitonic Bethe-Salpeter equation (BSE) generalized for </a:t>
            </a:r>
            <a:r>
              <a:rPr lang="en-US" altLang="zh-CN" sz="825" dirty="0" err="1"/>
              <a:t>trions</a:t>
            </a:r>
            <a:r>
              <a:rPr lang="en-US" altLang="zh-CN" sz="825" dirty="0"/>
              <a:t>: adding e-e or h-h interaction lines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2830B75-BD07-97DF-A912-39E9BDE69E2C}"/>
                  </a:ext>
                </a:extLst>
              </p:cNvPr>
              <p:cNvSpPr txBox="1"/>
              <p:nvPr/>
            </p:nvSpPr>
            <p:spPr>
              <a:xfrm>
                <a:off x="6165629" y="857123"/>
                <a:ext cx="2942569" cy="992579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b="1" dirty="0"/>
                  <a:t>ARPES image of positive </a:t>
                </a:r>
                <a:r>
                  <a:rPr lang="en-US" altLang="zh-CN" sz="900" b="1" dirty="0" err="1"/>
                  <a:t>trion</a:t>
                </a:r>
                <a:endParaRPr lang="en-US" altLang="zh-CN" sz="900" b="1" baseline="-25000" dirty="0"/>
              </a:p>
              <a:p>
                <a:pPr algn="just"/>
                <a:r>
                  <a:rPr lang="en-US" altLang="zh-CN" sz="825" dirty="0"/>
                  <a:t>An additional internal momentum degrees of freedom and Coulomb repulsion in the residue state ⇒</a:t>
                </a:r>
              </a:p>
              <a:p>
                <a:pPr marL="171450" indent="-171450" algn="just">
                  <a:buFont typeface="Arial" panose="020B0604020202020204" pitchFamily="34" charset="0"/>
                  <a:buChar char="•"/>
                </a:pPr>
                <a:r>
                  <a:rPr lang="en-US" altLang="zh-CN" sz="825" dirty="0"/>
                  <a:t>Dispersion relation NOT a replica of the valence band top</a:t>
                </a:r>
              </a:p>
              <a:p>
                <a:pPr marL="171450" indent="-171450" algn="just">
                  <a:buFont typeface="Arial" panose="020B0604020202020204" pitchFamily="34" charset="0"/>
                  <a:buChar char="•"/>
                </a:pPr>
                <a:r>
                  <a:rPr lang="en-US" altLang="zh-CN" sz="825" dirty="0"/>
                  <a:t>Asymmetry of </a:t>
                </a:r>
                <a14:m>
                  <m:oMath xmlns:m="http://schemas.openxmlformats.org/officeDocument/2006/math">
                    <m:r>
                      <a:rPr lang="en-US" altLang="zh-CN" sz="825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zh-CN" sz="825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825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sz="825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825" dirty="0"/>
              </a:p>
              <a:p>
                <a:pPr marL="171450" indent="-171450" algn="just">
                  <a:buFont typeface="Arial" panose="020B0604020202020204" pitchFamily="34" charset="0"/>
                  <a:buChar char="•"/>
                </a:pPr>
                <a:r>
                  <a:rPr lang="en-US" altLang="zh-CN" sz="825" dirty="0"/>
                  <a:t>Redshift of peak</a:t>
                </a:r>
              </a:p>
              <a:p>
                <a:pPr algn="just"/>
                <a:r>
                  <a:rPr lang="en-US" altLang="zh-CN" sz="825" dirty="0"/>
                  <a:t>when compared with exciton ARPES image.</a:t>
                </a: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2830B75-BD07-97DF-A912-39E9BDE69E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629" y="857123"/>
                <a:ext cx="2942569" cy="992579"/>
              </a:xfrm>
              <a:prstGeom prst="rect">
                <a:avLst/>
              </a:prstGeom>
              <a:blipFill>
                <a:blip r:embed="rId10"/>
                <a:stretch>
                  <a:fillRect b="-18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74189A0-C55B-1B4E-6577-A87DCD727DFC}"/>
                  </a:ext>
                </a:extLst>
              </p:cNvPr>
              <p:cNvSpPr txBox="1"/>
              <p:nvPr/>
            </p:nvSpPr>
            <p:spPr>
              <a:xfrm>
                <a:off x="6164597" y="3596129"/>
                <a:ext cx="2942569" cy="1500411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altLang="zh-CN" sz="900" b="1" dirty="0"/>
                  <a:t>ARPES image of negative </a:t>
                </a:r>
                <a:r>
                  <a:rPr lang="en-US" altLang="zh-CN" sz="900" b="1" dirty="0" err="1"/>
                  <a:t>trion</a:t>
                </a:r>
                <a:endParaRPr lang="en-US" altLang="zh-CN" sz="900" b="1" dirty="0"/>
              </a:p>
              <a:p>
                <a:pPr marL="171450" indent="-171450" algn="just">
                  <a:buFont typeface="Arial" panose="020B0604020202020204" pitchFamily="34" charset="0"/>
                  <a:buChar char="•"/>
                </a:pPr>
                <a:r>
                  <a:rPr lang="en-US" altLang="zh-CN" sz="825" dirty="0"/>
                  <a:t>Two electrons ⇒ two branches. Energy conservation ⇒ one branch images the </a:t>
                </a:r>
                <a14:m>
                  <m:oMath xmlns:m="http://schemas.openxmlformats.org/officeDocument/2006/math">
                    <m:r>
                      <a:rPr lang="en-US" altLang="zh-CN" sz="825" b="1">
                        <a:latin typeface="Cambria Math" panose="02040503050406030204" pitchFamily="18" charset="0"/>
                      </a:rPr>
                      <m:t>𝐐</m:t>
                    </m:r>
                    <m:r>
                      <a:rPr lang="en-US" altLang="zh-CN" sz="825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825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lang="en-US" altLang="zh-CN" sz="825" dirty="0"/>
                  <a:t> exciton band structure(hard to detect optically!), one images the </a:t>
                </a:r>
                <a14:m>
                  <m:oMath xmlns:m="http://schemas.openxmlformats.org/officeDocument/2006/math">
                    <m:r>
                      <a:rPr lang="en-US" altLang="zh-CN" sz="825" b="1">
                        <a:latin typeface="Cambria Math" panose="02040503050406030204" pitchFamily="18" charset="0"/>
                      </a:rPr>
                      <m:t>𝐐</m:t>
                    </m:r>
                    <m:r>
                      <a:rPr lang="en-US" altLang="zh-CN" sz="825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825"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en-US" altLang="zh-CN" sz="825" dirty="0"/>
                  <a:t> one</a:t>
                </a:r>
              </a:p>
              <a:p>
                <a:pPr marL="171450" indent="-171450" algn="just">
                  <a:buFont typeface="Arial" panose="020B0604020202020204" pitchFamily="34" charset="0"/>
                  <a:buChar char="•"/>
                </a:pPr>
                <a:r>
                  <a:rPr lang="en-US" altLang="zh-CN" sz="825" dirty="0"/>
                  <a:t>Overlap matrix involving no dipole ⇒ </a:t>
                </a:r>
                <a14:m>
                  <m:oMath xmlns:m="http://schemas.openxmlformats.org/officeDocument/2006/math">
                    <m:r>
                      <a:rPr lang="en-US" altLang="zh-CN" sz="825" b="1">
                        <a:latin typeface="Cambria Math" panose="02040503050406030204" pitchFamily="18" charset="0"/>
                      </a:rPr>
                      <m:t>𝐐</m:t>
                    </m:r>
                    <m:r>
                      <a:rPr lang="en-US" altLang="zh-CN" sz="825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825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lang="en-US" altLang="zh-CN" sz="825" dirty="0"/>
                  <a:t> branch detected spin-unlike </a:t>
                </a:r>
              </a:p>
              <a:p>
                <a:pPr marL="171450" indent="-171450" algn="just">
                  <a:buFont typeface="Arial" panose="020B0604020202020204" pitchFamily="34" charset="0"/>
                  <a:buChar char="•"/>
                </a:pPr>
                <a:r>
                  <a:rPr lang="en-US" altLang="zh-CN" sz="825" dirty="0"/>
                  <a:t>Exciton and </a:t>
                </a:r>
                <a:r>
                  <a:rPr lang="en-US" altLang="zh-CN" sz="825" dirty="0" err="1"/>
                  <a:t>trion</a:t>
                </a:r>
                <a:r>
                  <a:rPr lang="en-US" altLang="zh-CN" sz="825" dirty="0"/>
                  <a:t> frequencies close to each other ⇒ blueshift of </a:t>
                </a:r>
                <a14:m>
                  <m:oMath xmlns:m="http://schemas.openxmlformats.org/officeDocument/2006/math">
                    <m:r>
                      <a:rPr lang="en-US" altLang="zh-CN" sz="825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zh-CN" sz="825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825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sz="825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825" dirty="0"/>
                  <a:t> near the conduction band</a:t>
                </a:r>
              </a:p>
              <a:p>
                <a:pPr marL="171450" indent="-171450" algn="just">
                  <a:buFont typeface="Arial" panose="020B0604020202020204" pitchFamily="34" charset="0"/>
                  <a:buChar char="•"/>
                </a:pPr>
                <a:r>
                  <a:rPr lang="en-US" altLang="zh-CN" sz="825" dirty="0"/>
                  <a:t>Exciton p states can’t be detected (selection rule)</a:t>
                </a:r>
              </a:p>
              <a:p>
                <a:pPr marL="171450" indent="-171450" algn="just">
                  <a:buFont typeface="Arial" panose="020B0604020202020204" pitchFamily="34" charset="0"/>
                  <a:buChar char="•"/>
                </a:pPr>
                <a:r>
                  <a:rPr lang="en-US" altLang="zh-CN" sz="825" dirty="0"/>
                  <a:t>2s exciton having a </a:t>
                </a:r>
                <a:r>
                  <a:rPr lang="en-US" altLang="zh-CN" sz="825" i="1" dirty="0"/>
                  <a:t>higher</a:t>
                </a:r>
                <a:r>
                  <a:rPr lang="en-US" altLang="zh-CN" sz="825" dirty="0"/>
                  <a:t> peak! (due to more concentrated weight)</a:t>
                </a:r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74189A0-C55B-1B4E-6577-A87DCD727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4597" y="3596129"/>
                <a:ext cx="2942569" cy="1500411"/>
              </a:xfrm>
              <a:prstGeom prst="rect">
                <a:avLst/>
              </a:prstGeom>
              <a:blipFill>
                <a:blip r:embed="rId11"/>
                <a:stretch>
                  <a:fillRect b="-4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F88F7D75-0FE5-099C-4F1B-EECD927F0529}"/>
              </a:ext>
            </a:extLst>
          </p:cNvPr>
          <p:cNvSpPr txBox="1"/>
          <p:nvPr/>
        </p:nvSpPr>
        <p:spPr>
          <a:xfrm>
            <a:off x="131453" y="5106945"/>
            <a:ext cx="2899612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</a:rPr>
              <a:t>References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AB17773-F6D4-7705-620F-62FF7E2523DE}"/>
              </a:ext>
            </a:extLst>
          </p:cNvPr>
          <p:cNvSpPr txBox="1"/>
          <p:nvPr/>
        </p:nvSpPr>
        <p:spPr>
          <a:xfrm>
            <a:off x="136525" y="6171367"/>
            <a:ext cx="2894538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</a:rPr>
              <a:t>Acknowledgement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A0847DF-9889-9964-34A8-2C85B9672DA3}"/>
              </a:ext>
            </a:extLst>
          </p:cNvPr>
          <p:cNvSpPr txBox="1"/>
          <p:nvPr/>
        </p:nvSpPr>
        <p:spPr>
          <a:xfrm>
            <a:off x="131452" y="6447071"/>
            <a:ext cx="2894538" cy="34624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825" dirty="0"/>
              <a:t>We thank precious theoretical and experimental inputs from Tom Allison and Zach Withers.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6AA0FF-837E-542F-87DD-E7B372AFC436}"/>
              </a:ext>
            </a:extLst>
          </p:cNvPr>
          <p:cNvSpPr/>
          <p:nvPr/>
        </p:nvSpPr>
        <p:spPr>
          <a:xfrm>
            <a:off x="5139376" y="2122699"/>
            <a:ext cx="972389" cy="73034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8150B31-A10C-AEAC-2C04-C427D26D09A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68743" y="1725005"/>
            <a:ext cx="871042" cy="85313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71DF437-43B6-20F2-B7C8-D4BA5050A8A4}"/>
                  </a:ext>
                </a:extLst>
              </p:cNvPr>
              <p:cNvSpPr txBox="1"/>
              <p:nvPr/>
            </p:nvSpPr>
            <p:spPr>
              <a:xfrm>
                <a:off x="3087179" y="2849615"/>
                <a:ext cx="3025757" cy="484748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b="1" dirty="0"/>
                  <a:t>Two-hole residue: final state of positive </a:t>
                </a:r>
                <a:r>
                  <a:rPr lang="en-US" altLang="zh-CN" sz="900" b="1" dirty="0" err="1"/>
                  <a:t>trion</a:t>
                </a:r>
                <a:endParaRPr lang="en-US" altLang="zh-CN" sz="900" b="1" dirty="0"/>
              </a:p>
              <a:p>
                <a:pPr algn="just"/>
                <a:r>
                  <a:rPr lang="en-US" altLang="zh-CN" sz="825" dirty="0"/>
                  <a:t>Photoemission from positive </a:t>
                </a:r>
                <a:r>
                  <a:rPr lang="en-US" altLang="zh-CN" sz="825" dirty="0" err="1"/>
                  <a:t>trion</a:t>
                </a:r>
                <a:r>
                  <a:rPr lang="en-US" altLang="zh-CN" sz="825" dirty="0"/>
                  <a:t>: </a:t>
                </a:r>
                <a14:m>
                  <m:oMath xmlns:m="http://schemas.openxmlformats.org/officeDocument/2006/math">
                    <m:r>
                      <a:rPr lang="en-US" altLang="zh-CN" sz="825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825" b="0" i="1" smtClean="0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altLang="zh-CN" sz="825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825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825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sz="825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825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825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a:rPr lang="en-US" altLang="zh-CN" sz="825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825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825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825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altLang="zh-CN" sz="825" dirty="0"/>
                  <a:t>; ARPES Fermi golden rule is two-step: electron removal, then “explosion”</a:t>
                </a: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71DF437-43B6-20F2-B7C8-D4BA5050A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7179" y="2849615"/>
                <a:ext cx="3025757" cy="484748"/>
              </a:xfrm>
              <a:prstGeom prst="rect">
                <a:avLst/>
              </a:prstGeom>
              <a:blipFill>
                <a:blip r:embed="rId13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F79E43EE-BC5C-5BA4-7DE0-80518572D155}"/>
              </a:ext>
            </a:extLst>
          </p:cNvPr>
          <p:cNvSpPr txBox="1"/>
          <p:nvPr/>
        </p:nvSpPr>
        <p:spPr>
          <a:xfrm>
            <a:off x="3085818" y="4118734"/>
            <a:ext cx="3027119" cy="2308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zh-CN" sz="900" b="1" dirty="0"/>
              <a:t>Exciton residue: final state of negative </a:t>
            </a:r>
            <a:r>
              <a:rPr lang="en-US" altLang="zh-CN" sz="900" b="1" dirty="0" err="1"/>
              <a:t>trion</a:t>
            </a:r>
            <a:endParaRPr lang="en-US" altLang="zh-CN" sz="9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9C6D1B5-33D7-EAF2-0AA7-35B1BD02960D}"/>
                  </a:ext>
                </a:extLst>
              </p:cNvPr>
              <p:cNvSpPr txBox="1"/>
              <p:nvPr/>
            </p:nvSpPr>
            <p:spPr>
              <a:xfrm>
                <a:off x="5261354" y="2615159"/>
                <a:ext cx="712651" cy="2308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9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900" b="1" i="0" smtClean="0">
                            <a:latin typeface="Cambria Math" panose="02040503050406030204" pitchFamily="18" charset="0"/>
                          </a:rPr>
                          <m:t>𝐫</m:t>
                        </m:r>
                      </m:e>
                      <m:sub>
                        <m:r>
                          <a:rPr lang="en-US" altLang="zh-CN" sz="9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900" b="0" i="1" smtClean="0">
                        <a:latin typeface="Cambria Math" panose="02040503050406030204" pitchFamily="18" charset="0"/>
                      </a:rPr>
                      <m:t>↔</m:t>
                    </m:r>
                    <m:sSub>
                      <m:sSubPr>
                        <m:ctrlPr>
                          <a:rPr lang="en-US" altLang="zh-CN" sz="9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900" b="1" i="0" smtClean="0">
                            <a:latin typeface="Cambria Math" panose="02040503050406030204" pitchFamily="18" charset="0"/>
                          </a:rPr>
                          <m:t>𝐫</m:t>
                        </m:r>
                      </m:e>
                      <m:sub>
                        <m:r>
                          <a:rPr lang="en-US" altLang="zh-CN" sz="9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825" dirty="0"/>
                  <a:t> </a:t>
                </a: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9C6D1B5-33D7-EAF2-0AA7-35B1BD0296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1354" y="2615159"/>
                <a:ext cx="712651" cy="230832"/>
              </a:xfrm>
              <a:prstGeom prst="rect">
                <a:avLst/>
              </a:prstGeom>
              <a:blipFill>
                <a:blip r:embed="rId1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>
            <a:extLst>
              <a:ext uri="{FF2B5EF4-FFF2-40B4-BE49-F238E27FC236}">
                <a16:creationId xmlns:a16="http://schemas.microsoft.com/office/drawing/2014/main" id="{CD4EF881-8641-35C4-F928-C7E4D1354C36}"/>
              </a:ext>
            </a:extLst>
          </p:cNvPr>
          <p:cNvSpPr/>
          <p:nvPr/>
        </p:nvSpPr>
        <p:spPr>
          <a:xfrm>
            <a:off x="3087179" y="3330190"/>
            <a:ext cx="3024586" cy="7882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75EFE04-EAF9-D3F3-8E5B-6658A2FAC2F2}"/>
              </a:ext>
            </a:extLst>
          </p:cNvPr>
          <p:cNvSpPr txBox="1"/>
          <p:nvPr/>
        </p:nvSpPr>
        <p:spPr>
          <a:xfrm>
            <a:off x="4272949" y="3897145"/>
            <a:ext cx="812800" cy="21929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altLang="zh-CN" sz="825" dirty="0"/>
              <a:t>intermediate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8F90961-6ADF-8ABD-FE25-9C1A2B6327D2}"/>
              </a:ext>
            </a:extLst>
          </p:cNvPr>
          <p:cNvSpPr txBox="1"/>
          <p:nvPr/>
        </p:nvSpPr>
        <p:spPr>
          <a:xfrm>
            <a:off x="3561254" y="3899533"/>
            <a:ext cx="513515" cy="21929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altLang="zh-CN" sz="825" dirty="0"/>
              <a:t>initial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6592E53-2A27-573D-EF87-45D7E0BC1513}"/>
              </a:ext>
            </a:extLst>
          </p:cNvPr>
          <p:cNvSpPr txBox="1"/>
          <p:nvPr/>
        </p:nvSpPr>
        <p:spPr>
          <a:xfrm>
            <a:off x="5287401" y="3894730"/>
            <a:ext cx="409008" cy="21929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altLang="zh-CN" sz="825" dirty="0"/>
              <a:t>final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42C2AA5-AE91-0CA4-6B95-C66D4D8A9A19}"/>
              </a:ext>
            </a:extLst>
          </p:cNvPr>
          <p:cNvSpPr/>
          <p:nvPr/>
        </p:nvSpPr>
        <p:spPr>
          <a:xfrm>
            <a:off x="3086099" y="5670233"/>
            <a:ext cx="3026838" cy="11230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9889204-F9E4-49DB-8253-3BEDCE4A30D4}"/>
                  </a:ext>
                </a:extLst>
              </p:cNvPr>
              <p:cNvSpPr txBox="1"/>
              <p:nvPr/>
            </p:nvSpPr>
            <p:spPr>
              <a:xfrm>
                <a:off x="3087179" y="4287659"/>
                <a:ext cx="1658992" cy="3462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altLang="zh-CN" sz="825" dirty="0"/>
                  <a:t>Photoemission from positive </a:t>
                </a:r>
                <a:r>
                  <a:rPr lang="en-US" altLang="zh-CN" sz="825" dirty="0" err="1"/>
                  <a:t>trion</a:t>
                </a:r>
                <a:r>
                  <a:rPr lang="en-US" altLang="zh-CN" sz="825" dirty="0"/>
                  <a:t>: </a:t>
                </a:r>
                <a14:m>
                  <m:oMath xmlns:m="http://schemas.openxmlformats.org/officeDocument/2006/math">
                    <m:r>
                      <a:rPr lang="en-US" altLang="zh-CN" sz="825"/>
                      <m:t>h</m:t>
                    </m:r>
                    <m:r>
                      <a:rPr lang="en-US" altLang="zh-CN" sz="825"/>
                      <m:t>𝜈</m:t>
                    </m:r>
                    <m:r>
                      <a:rPr lang="en-US" altLang="zh-CN" sz="825"/>
                      <m:t>+</m:t>
                    </m:r>
                    <m:r>
                      <a:rPr lang="en-US" altLang="zh-CN" sz="825"/>
                      <m:t>𝑇</m:t>
                    </m:r>
                    <m:r>
                      <a:rPr lang="en-US" altLang="zh-CN" sz="825"/>
                      <m:t>→</m:t>
                    </m:r>
                    <m:sSup>
                      <m:sSupPr>
                        <m:ctrlPr>
                          <a:rPr lang="en-US" altLang="zh-CN" sz="825"/>
                        </m:ctrlPr>
                      </m:sSupPr>
                      <m:e>
                        <m:r>
                          <a:rPr lang="en-US" altLang="zh-CN" sz="825"/>
                          <m:t>𝑒</m:t>
                        </m:r>
                      </m:e>
                      <m:sup>
                        <m:r>
                          <a:rPr lang="en-US" altLang="zh-CN" sz="825"/>
                          <m:t>−</m:t>
                        </m:r>
                      </m:sup>
                    </m:sSup>
                    <m:r>
                      <a:rPr lang="en-US" altLang="zh-CN" sz="825"/>
                      <m:t>+</m:t>
                    </m:r>
                    <m:r>
                      <a:rPr lang="en-US" altLang="zh-CN" sz="825"/>
                      <m:t>𝑋</m:t>
                    </m:r>
                  </m:oMath>
                </a14:m>
                <a:endParaRPr lang="en-US" altLang="zh-CN" sz="825" dirty="0"/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9889204-F9E4-49DB-8253-3BEDCE4A3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7179" y="4287659"/>
                <a:ext cx="1658992" cy="34624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EA9C6C3-6A93-B866-A344-58C1DC3DDB23}"/>
                  </a:ext>
                </a:extLst>
              </p:cNvPr>
              <p:cNvSpPr txBox="1"/>
              <p:nvPr/>
            </p:nvSpPr>
            <p:spPr>
              <a:xfrm>
                <a:off x="3087179" y="4590005"/>
                <a:ext cx="1658992" cy="6001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altLang="zh-CN" sz="825" dirty="0"/>
                  <a:t>Photoemission from K valley: 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altLang="zh-CN" sz="825" b="1" i="0" smtClean="0">
                        <a:latin typeface="Cambria Math" panose="02040503050406030204" pitchFamily="18" charset="0"/>
                      </a:rPr>
                      <m:t>𝐐</m:t>
                    </m:r>
                    <m:r>
                      <a:rPr lang="en-US" altLang="zh-CN" sz="825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825" b="0" i="0" smtClean="0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lang="en-US" altLang="zh-CN" sz="825" dirty="0"/>
                  <a:t> final state </a:t>
                </a:r>
              </a:p>
              <a:p>
                <a:pPr algn="just"/>
                <a:r>
                  <a:rPr lang="en-US" altLang="zh-CN" sz="825" dirty="0"/>
                  <a:t>Photoemission from K’ valley: 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altLang="zh-CN" sz="825" b="1">
                        <a:latin typeface="Cambria Math" panose="02040503050406030204" pitchFamily="18" charset="0"/>
                      </a:rPr>
                      <m:t>𝐐</m:t>
                    </m:r>
                    <m:r>
                      <a:rPr lang="en-US" altLang="zh-CN" sz="825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825" b="0" i="0" smtClean="0"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en-US" altLang="zh-CN" sz="825" dirty="0"/>
                  <a:t> final state </a:t>
                </a:r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EA9C6C3-6A93-B866-A344-58C1DC3DDB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7179" y="4590005"/>
                <a:ext cx="1658992" cy="600164"/>
              </a:xfrm>
              <a:prstGeom prst="rect">
                <a:avLst/>
              </a:prstGeom>
              <a:blipFill>
                <a:blip r:embed="rId16"/>
                <a:stretch>
                  <a:fillRect b="-30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4" name="Picture 63">
            <a:extLst>
              <a:ext uri="{FF2B5EF4-FFF2-40B4-BE49-F238E27FC236}">
                <a16:creationId xmlns:a16="http://schemas.microsoft.com/office/drawing/2014/main" id="{22F8E159-8F8B-C50B-2F72-856C38119D4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20628" y="4343046"/>
            <a:ext cx="1681452" cy="949557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AE4CB75E-92E6-1563-9E90-81ADA89924B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15324" y="3179924"/>
            <a:ext cx="2772620" cy="795844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F23E7296-B30E-D11A-1AE8-B050F6FA5284}"/>
              </a:ext>
            </a:extLst>
          </p:cNvPr>
          <p:cNvSpPr txBox="1"/>
          <p:nvPr/>
        </p:nvSpPr>
        <p:spPr>
          <a:xfrm>
            <a:off x="3093405" y="5392652"/>
            <a:ext cx="3013933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</a:rPr>
              <a:t>Summary and discussion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1226D03-ECF7-196C-E787-F55AA519BAD1}"/>
              </a:ext>
            </a:extLst>
          </p:cNvPr>
          <p:cNvGrpSpPr/>
          <p:nvPr/>
        </p:nvGrpSpPr>
        <p:grpSpPr>
          <a:xfrm>
            <a:off x="6122793" y="5109026"/>
            <a:ext cx="3022742" cy="1722593"/>
            <a:chOff x="9762890" y="2864477"/>
            <a:chExt cx="4742301" cy="2702531"/>
          </a:xfrm>
        </p:grpSpPr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F1C36953-C435-654A-D97B-82F91EF34D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rcRect l="77297" t="11933" r="2484" b="21464"/>
            <a:stretch>
              <a:fillRect/>
            </a:stretch>
          </p:blipFill>
          <p:spPr>
            <a:xfrm>
              <a:off x="12222459" y="3431159"/>
              <a:ext cx="244733" cy="245616"/>
            </a:xfrm>
            <a:prstGeom prst="rect">
              <a:avLst/>
            </a:prstGeom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34C1ADC7-E8CE-E7EC-E5DD-2FB524F45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rcRect r="47235"/>
            <a:stretch>
              <a:fillRect/>
            </a:stretch>
          </p:blipFill>
          <p:spPr>
            <a:xfrm>
              <a:off x="9762890" y="2871923"/>
              <a:ext cx="2370125" cy="2695085"/>
            </a:xfrm>
            <a:prstGeom prst="rect">
              <a:avLst/>
            </a:prstGeom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E0120807-C6F8-2590-1DF3-2D8C91E8C3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rcRect l="54590" r="900"/>
            <a:stretch>
              <a:fillRect/>
            </a:stretch>
          </p:blipFill>
          <p:spPr>
            <a:xfrm>
              <a:off x="12505848" y="2864477"/>
              <a:ext cx="1999343" cy="2695085"/>
            </a:xfrm>
            <a:prstGeom prst="rect">
              <a:avLst/>
            </a:prstGeom>
          </p:spPr>
        </p:pic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C97B60F1-4576-5D9E-7A49-45AA4D4879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rcRect l="31796" t="12944" r="47692" b="20454"/>
            <a:stretch>
              <a:fillRect/>
            </a:stretch>
          </p:blipFill>
          <p:spPr>
            <a:xfrm>
              <a:off x="12088989" y="3185543"/>
              <a:ext cx="248277" cy="245616"/>
            </a:xfrm>
            <a:prstGeom prst="rect">
              <a:avLst/>
            </a:prstGeom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A749CF10-1B76-E5D6-1770-9C5ABC208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rcRect l="9136" t="12304" r="70305" b="19781"/>
            <a:stretch>
              <a:fillRect/>
            </a:stretch>
          </p:blipFill>
          <p:spPr>
            <a:xfrm>
              <a:off x="12218359" y="2935089"/>
              <a:ext cx="248833" cy="250454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1C64BD00-F598-C427-E172-AAF65DC257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rcRect l="55245" t="12019" r="26017" b="21379"/>
            <a:stretch>
              <a:fillRect/>
            </a:stretch>
          </p:blipFill>
          <p:spPr>
            <a:xfrm>
              <a:off x="12343587" y="3179440"/>
              <a:ext cx="226795" cy="245616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FA8EAF13-1418-82F5-156F-097200707955}"/>
                  </a:ext>
                </a:extLst>
              </p:cNvPr>
              <p:cNvSpPr txBox="1"/>
              <p:nvPr/>
            </p:nvSpPr>
            <p:spPr>
              <a:xfrm>
                <a:off x="6933294" y="6298095"/>
                <a:ext cx="481070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1" smtClean="0">
                          <a:latin typeface="Cambria Math" panose="02040503050406030204" pitchFamily="18" charset="0"/>
                        </a:rPr>
                        <m:t>𝐐</m:t>
                      </m:r>
                      <m:r>
                        <a:rPr lang="en-US" altLang="zh-CN" sz="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800">
                          <a:latin typeface="Cambria Math" panose="02040503050406030204" pitchFamily="18" charset="0"/>
                        </a:rPr>
                        <m:t>K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FA8EAF13-1418-82F5-156F-0972007079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3294" y="6298095"/>
                <a:ext cx="481070" cy="215444"/>
              </a:xfrm>
              <a:prstGeom prst="rect">
                <a:avLst/>
              </a:prstGeom>
              <a:blipFill>
                <a:blip r:embed="rId21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08BAEC93-8229-2E37-1504-E0709F78842B}"/>
                  </a:ext>
                </a:extLst>
              </p:cNvPr>
              <p:cNvSpPr txBox="1"/>
              <p:nvPr/>
            </p:nvSpPr>
            <p:spPr>
              <a:xfrm>
                <a:off x="8465829" y="6298095"/>
                <a:ext cx="481070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1" smtClean="0">
                          <a:latin typeface="Cambria Math" panose="02040503050406030204" pitchFamily="18" charset="0"/>
                        </a:rPr>
                        <m:t>𝐐</m:t>
                      </m:r>
                      <m:r>
                        <a:rPr lang="en-US" altLang="zh-CN" sz="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800" b="0" i="0" smtClean="0">
                          <a:latin typeface="Cambria Math" panose="02040503050406030204" pitchFamily="18" charset="0"/>
                        </a:rPr>
                        <m:t>Γ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08BAEC93-8229-2E37-1504-E0709F7884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5829" y="6298095"/>
                <a:ext cx="481070" cy="215444"/>
              </a:xfrm>
              <a:prstGeom prst="rect">
                <a:avLst/>
              </a:prstGeom>
              <a:blipFill>
                <a:blip r:embed="rId22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TextBox 97">
            <a:extLst>
              <a:ext uri="{FF2B5EF4-FFF2-40B4-BE49-F238E27FC236}">
                <a16:creationId xmlns:a16="http://schemas.microsoft.com/office/drawing/2014/main" id="{09F6B20D-CF3A-0340-4892-585764A477FA}"/>
              </a:ext>
            </a:extLst>
          </p:cNvPr>
          <p:cNvSpPr txBox="1"/>
          <p:nvPr/>
        </p:nvSpPr>
        <p:spPr>
          <a:xfrm>
            <a:off x="3097216" y="5670233"/>
            <a:ext cx="3002010" cy="110799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zh-CN" sz="825" dirty="0"/>
              <a:t>Positive and negative </a:t>
            </a:r>
            <a:r>
              <a:rPr lang="en-US" altLang="zh-CN" sz="825" dirty="0" err="1"/>
              <a:t>trions</a:t>
            </a:r>
            <a:r>
              <a:rPr lang="en-US" altLang="zh-CN" sz="825" dirty="0"/>
              <a:t> have qualitative differences from each other and from excitons in tr-ARPES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zh-CN" sz="825" dirty="0"/>
              <a:t>Negative </a:t>
            </a:r>
            <a:r>
              <a:rPr lang="en-US" altLang="zh-CN" sz="825" dirty="0" err="1"/>
              <a:t>trion’s</a:t>
            </a:r>
            <a:r>
              <a:rPr lang="en-US" altLang="zh-CN" sz="825" dirty="0"/>
              <a:t> tr-ARPES signal images the exciton band structure, including parts with optically inaccessible momenta and spin structure </a:t>
            </a:r>
            <a:r>
              <a:rPr lang="en-US" altLang="zh-CN" sz="825" i="1" dirty="0"/>
              <a:t>(possible new way to see exciton bands!)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zh-CN" sz="825" dirty="0"/>
              <a:t>Features robust to thermalization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zh-CN" sz="825" dirty="0"/>
              <a:t>Generalizable to other composite excitations (and able to tell them apart)</a:t>
            </a:r>
          </a:p>
        </p:txBody>
      </p:sp>
    </p:spTree>
    <p:extLst>
      <p:ext uri="{BB962C8B-B14F-4D97-AF65-F5344CB8AC3E}">
        <p14:creationId xmlns:p14="http://schemas.microsoft.com/office/powerpoint/2010/main" val="4139849771"/>
      </p:ext>
    </p:extLst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Yale">
      <a:dk1>
        <a:srgbClr val="00356B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3BF018E9C2B114B946D2A2E7C201C83" ma:contentTypeVersion="12" ma:contentTypeDescription="Create a new document." ma:contentTypeScope="" ma:versionID="1c11fdbb635e30e6a37ba6402de010df">
  <xsd:schema xmlns:xsd="http://www.w3.org/2001/XMLSchema" xmlns:xs="http://www.w3.org/2001/XMLSchema" xmlns:p="http://schemas.microsoft.com/office/2006/metadata/properties" xmlns:ns2="711383b6-fbef-4d30-84b2-280ccf3ea691" xmlns:ns3="66daa3d8-d8cc-4c47-8fb8-106f94026de5" targetNamespace="http://schemas.microsoft.com/office/2006/metadata/properties" ma:root="true" ma:fieldsID="e695844c4081f149e9b0cf1a7d89bda8" ns2:_="" ns3:_="">
    <xsd:import namespace="711383b6-fbef-4d30-84b2-280ccf3ea691"/>
    <xsd:import namespace="66daa3d8-d8cc-4c47-8fb8-106f94026de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1383b6-fbef-4d30-84b2-280ccf3ea69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8c6e7409-1c60-47af-ac8b-a458a73d6579}" ma:internalName="TaxCatchAll" ma:showField="CatchAllData" ma:web="711383b6-fbef-4d30-84b2-280ccf3ea6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daa3d8-d8cc-4c47-8fb8-106f94026d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cd9ce95e-1345-4484-817e-41007f75531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6daa3d8-d8cc-4c47-8fb8-106f94026de5">
      <Terms xmlns="http://schemas.microsoft.com/office/infopath/2007/PartnerControls"/>
    </lcf76f155ced4ddcb4097134ff3c332f>
    <TaxCatchAll xmlns="711383b6-fbef-4d30-84b2-280ccf3ea691" xsi:nil="true"/>
    <SharedWithUsers xmlns="711383b6-fbef-4d30-84b2-280ccf3ea691">
      <UserInfo>
        <DisplayName>Lugo, Kayla</DisplayName>
        <AccountId>1428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F2A1B48-DBB4-47B6-8321-1FD7E2A8B33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1383b6-fbef-4d30-84b2-280ccf3ea691"/>
    <ds:schemaRef ds:uri="66daa3d8-d8cc-4c47-8fb8-106f94026de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91ECB86-15B6-452B-81E6-253C1C497EBB}">
  <ds:schemaRefs>
    <ds:schemaRef ds:uri="http://schemas.microsoft.com/office/2006/metadata/properties"/>
    <ds:schemaRef ds:uri="http://schemas.microsoft.com/office/2006/documentManagement/types"/>
    <ds:schemaRef ds:uri="http://purl.org/dc/terms/"/>
    <ds:schemaRef ds:uri="66daa3d8-d8cc-4c47-8fb8-106f94026de5"/>
    <ds:schemaRef ds:uri="http://www.w3.org/XML/1998/namespace"/>
    <ds:schemaRef ds:uri="http://purl.org/dc/elements/1.1/"/>
    <ds:schemaRef ds:uri="http://purl.org/dc/dcmitype/"/>
    <ds:schemaRef ds:uri="711383b6-fbef-4d30-84b2-280ccf3ea691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D79F0F13-E87B-4B2C-AF3B-F16DCBCCA23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poster</Template>
  <TotalTime>58276</TotalTime>
  <Words>565</Words>
  <Application>Microsoft Office PowerPoint</Application>
  <PresentationFormat>On-screen Show (4:3)</PresentationFormat>
  <Paragraphs>74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Red Hat Text</vt:lpstr>
      <vt:lpstr>YaleNew</vt:lpstr>
      <vt:lpstr>Arial</vt:lpstr>
      <vt:lpstr>Calibri</vt:lpstr>
      <vt:lpstr>Cambria Math</vt:lpstr>
      <vt:lpstr>Wingdings</vt:lpstr>
      <vt:lpstr>poster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Gianakos, Maura</dc:creator>
  <cp:lastModifiedBy>Wu, Jinyuan</cp:lastModifiedBy>
  <cp:revision>1559</cp:revision>
  <dcterms:created xsi:type="dcterms:W3CDTF">2022-01-13T20:32:59Z</dcterms:created>
  <dcterms:modified xsi:type="dcterms:W3CDTF">2026-05-24T22:38:18Z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0x010100A3BF018E9C2B114B946D2A2E7C201C83</vt:lpwstr>
  </property>
  <property fmtid="{D5CDD505-2E9C-101B-9397-08002B2CF9AE}" pid="3" name="MediaServiceImageTags">
    <vt:lpwstr/>
  </property>
</Properties>
</file>