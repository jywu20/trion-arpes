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0E7C97-EC2F-9F5E-301F-346F789DAB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1D831EB-EC44-E2BC-B5CF-A5CB8834C8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611F8C3-2018-54CB-5479-14589282D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B970E-7987-4505-96F8-5F1C98E602BD}" type="datetimeFigureOut">
              <a:rPr lang="zh-CN" altLang="en-US" smtClean="0"/>
              <a:t>2024/3/28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08B708-96D9-5348-42A9-0B14A659A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D4070E-8E69-815F-F50A-0358DC20F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53450-5011-4E07-8B28-02F27C1E47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9411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890596-A43A-78A7-54FB-5EB037D43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E71E67-4F99-7999-0ECA-61953A2683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8EC697-4496-62A9-1AC1-50C787BAB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B970E-7987-4505-96F8-5F1C98E602BD}" type="datetimeFigureOut">
              <a:rPr lang="zh-CN" altLang="en-US" smtClean="0"/>
              <a:t>2024/3/28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9E6C3E-AE34-C361-E8FF-95A2F23C9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54C7DD-1860-F6D5-96E0-EB3D1D780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53450-5011-4E07-8B28-02F27C1E47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7302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6769E4-7B93-E707-6CFE-25F352E36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791BC99-F05D-03CA-1B86-A73BC18BA8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D33100-695C-047A-2640-DAFC2DD6E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B970E-7987-4505-96F8-5F1C98E602BD}" type="datetimeFigureOut">
              <a:rPr lang="zh-CN" altLang="en-US" smtClean="0"/>
              <a:t>2024/3/28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F7D553-A2AF-10FD-59BD-B6064CB84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7E6D9C6-1C05-991C-0673-5D4D62548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53450-5011-4E07-8B28-02F27C1E47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7464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B41930-D401-195A-8991-8C0CBC3B0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D53FC6-5DA1-116D-DFBA-C427A82A69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6DE6E23-0420-D268-EABA-356A53499B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AC659C1-456E-D2A1-7C2A-B9FC3875E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B970E-7987-4505-96F8-5F1C98E602BD}" type="datetimeFigureOut">
              <a:rPr lang="zh-CN" altLang="en-US" smtClean="0"/>
              <a:t>2024/3/28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23F4B88-6DBC-B2F4-DA51-BBB5E47C0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8989EB5-5E82-ACFE-08AC-7243A64B2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53450-5011-4E07-8B28-02F27C1E47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9198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CB5F1B-777D-4406-349A-4D7B5AFE6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D0C3275-D869-5FBD-025E-DCA809D0DE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FC1221F-B0FA-8CA0-BF83-C186DB3728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574D968-246B-2930-913D-644061911E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ECF7D66-858E-34E0-30B1-514753EE0B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901015B-1D9E-6FF0-841A-B1B9C9166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B970E-7987-4505-96F8-5F1C98E602BD}" type="datetimeFigureOut">
              <a:rPr lang="zh-CN" altLang="en-US" smtClean="0"/>
              <a:t>2024/3/28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00560AA-BD71-A950-1B9E-070FAB601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1EE20EF-665C-0382-F1C9-CF8E2D45A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53450-5011-4E07-8B28-02F27C1E47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3434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66AE25-8387-E9E4-4FCE-A8A237FAA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E755630-FBEA-1A4C-28C4-B841D84FE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B970E-7987-4505-96F8-5F1C98E602BD}" type="datetimeFigureOut">
              <a:rPr lang="zh-CN" altLang="en-US" smtClean="0"/>
              <a:t>2024/3/28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7BD2881-2EB0-2D32-316F-67F9FB5DA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59BB250-888F-EE5D-1E84-198D90C44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53450-5011-4E07-8B28-02F27C1E47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8574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D26FC22-CD2B-F244-F795-C59A864A6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B970E-7987-4505-96F8-5F1C98E602BD}" type="datetimeFigureOut">
              <a:rPr lang="zh-CN" altLang="en-US" smtClean="0"/>
              <a:t>2024/3/28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F3D07A9-6A37-A277-940E-ADCFF3FEC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0A92BFF-6C47-FD0B-B5BB-868FA56DF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53450-5011-4E07-8B28-02F27C1E47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3021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85EF5B-DAF9-61CC-3BF3-B413A12FB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282782-2681-E3D3-4E79-31195937FC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D80DCAB-2854-3151-4C91-E7361B9E59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9A9AFBA-CEF4-6D02-9C0A-D2276E397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B970E-7987-4505-96F8-5F1C98E602BD}" type="datetimeFigureOut">
              <a:rPr lang="zh-CN" altLang="en-US" smtClean="0"/>
              <a:t>2024/3/28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6BB006A-C5A0-DF16-DDC0-30082BB60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897CA4B-1C01-3E50-8E9C-561C32EAD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53450-5011-4E07-8B28-02F27C1E47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4225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5FA59-5CBD-183A-49C2-E20A03661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9D58418-CAB2-E859-4DD9-E59A4179EE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DCB958D-DCE0-C098-A011-2B15CF9E9A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7003A4B-4711-C150-2435-FFE80487B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B970E-7987-4505-96F8-5F1C98E602BD}" type="datetimeFigureOut">
              <a:rPr lang="zh-CN" altLang="en-US" smtClean="0"/>
              <a:t>2024/3/28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3C23D31-9FAD-FC07-C970-4B8B3D650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C3036DA-D9A0-7D1A-FD24-0B7F39694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53450-5011-4E07-8B28-02F27C1E47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3220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E4975F-3262-1F4C-FE60-C6550B1CF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EA7CAA2-75FF-5EE0-096A-A59961CA35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080BBD-DF5A-8230-8D91-58322F89C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B970E-7987-4505-96F8-5F1C98E602BD}" type="datetimeFigureOut">
              <a:rPr lang="zh-CN" altLang="en-US" smtClean="0"/>
              <a:t>2024/3/28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24D6A2-5B06-21A5-2553-E5AF66BCF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2988F5B-396C-3E47-E553-78E7DAFAD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53450-5011-4E07-8B28-02F27C1E47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0050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7B74022-7747-FD56-153D-CDB023B5C5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3771738-D9AC-9731-2022-400BE672B5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11A28B-9703-38EC-D8C3-B0A94E62B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B970E-7987-4505-96F8-5F1C98E602BD}" type="datetimeFigureOut">
              <a:rPr lang="zh-CN" altLang="en-US" smtClean="0"/>
              <a:t>2024/3/28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8CA640-894B-2917-9F3F-F4873FAC9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F2C13F-7055-FE6D-3929-F4D3C8ACA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53450-5011-4E07-8B28-02F27C1E47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1148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294531A-7BA8-62C7-C6B8-A44C70B79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E61E11E-55A1-3EBA-83DC-643486E58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D7DEC0-F05F-C151-E789-3CF6296DEB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B970E-7987-4505-96F8-5F1C98E602BD}" type="datetimeFigureOut">
              <a:rPr lang="zh-CN" altLang="en-US" smtClean="0"/>
              <a:t>2024/3/28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88C2BC-EC50-BE1F-7AD4-BB8F2C129B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3349798-4B3A-095B-F203-2F97BC8FB9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C53450-5011-4E07-8B28-02F27C1E47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0594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9B579B-A249-E8A0-DC02-3708830C1B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3278A58-2DAE-AAD0-AC6C-A8CB968E4C4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82414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24CB2C-FCD3-3506-D4DE-E286F2E44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 descr="图表&#10;&#10;描述已自动生成">
            <a:extLst>
              <a:ext uri="{FF2B5EF4-FFF2-40B4-BE49-F238E27FC236}">
                <a16:creationId xmlns:a16="http://schemas.microsoft.com/office/drawing/2014/main" id="{C551A5D1-5054-4597-8239-CD8AC2FDB7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p:pic>
        <p:nvPicPr>
          <p:cNvPr id="9" name="图片 8" descr="图表&#10;&#10;描述已自动生成">
            <a:extLst>
              <a:ext uri="{FF2B5EF4-FFF2-40B4-BE49-F238E27FC236}">
                <a16:creationId xmlns:a16="http://schemas.microsoft.com/office/drawing/2014/main" id="{1549CC6F-9AD1-ADD1-805E-A0A7C33A1F4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80000" cy="688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184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0</Words>
  <Application>Microsoft Office PowerPoint</Application>
  <PresentationFormat>宽屏</PresentationFormat>
  <Paragraphs>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Wu, Jinyuan</dc:creator>
  <cp:lastModifiedBy>Wu, Jinyuan</cp:lastModifiedBy>
  <cp:revision>3</cp:revision>
  <dcterms:created xsi:type="dcterms:W3CDTF">2024-03-29T02:04:09Z</dcterms:created>
  <dcterms:modified xsi:type="dcterms:W3CDTF">2024-03-29T02:16:10Z</dcterms:modified>
</cp:coreProperties>
</file>